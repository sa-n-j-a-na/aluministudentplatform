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63CB04-0F6B-438F-88C0-803D5849DC8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A68A993-5DE6-420D-BED3-3E889138A327}">
      <dgm:prSet/>
      <dgm:spPr/>
      <dgm:t>
        <a:bodyPr/>
        <a:lstStyle/>
        <a:p>
          <a:r>
            <a:rPr lang="en-US" b="1"/>
            <a:t>Project Title: </a:t>
          </a:r>
          <a:r>
            <a:rPr lang="en-US"/>
            <a:t>Defaulter Tracking System</a:t>
          </a:r>
        </a:p>
      </dgm:t>
    </dgm:pt>
    <dgm:pt modelId="{2CBC56EC-5014-4126-8946-8A1C84B26731}" type="parTrans" cxnId="{366AA11F-752C-4657-A746-5111C1569A93}">
      <dgm:prSet/>
      <dgm:spPr/>
      <dgm:t>
        <a:bodyPr/>
        <a:lstStyle/>
        <a:p>
          <a:endParaRPr lang="en-US"/>
        </a:p>
      </dgm:t>
    </dgm:pt>
    <dgm:pt modelId="{5654627C-7F92-440C-848B-17CE1DB7326D}" type="sibTrans" cxnId="{366AA11F-752C-4657-A746-5111C1569A93}">
      <dgm:prSet/>
      <dgm:spPr/>
      <dgm:t>
        <a:bodyPr/>
        <a:lstStyle/>
        <a:p>
          <a:endParaRPr lang="en-US"/>
        </a:p>
      </dgm:t>
    </dgm:pt>
    <dgm:pt modelId="{07E1D066-F379-4DC1-A158-C7352027A6D9}">
      <dgm:prSet/>
      <dgm:spPr/>
      <dgm:t>
        <a:bodyPr/>
        <a:lstStyle/>
        <a:p>
          <a:r>
            <a:rPr lang="en-US"/>
            <a:t>Developed by a team of three members, including myself.</a:t>
          </a:r>
        </a:p>
      </dgm:t>
    </dgm:pt>
    <dgm:pt modelId="{5928FA25-F043-4F20-978A-19400E1B21EB}" type="parTrans" cxnId="{5EA9A798-6DB4-4084-86AF-528CCA703A15}">
      <dgm:prSet/>
      <dgm:spPr/>
      <dgm:t>
        <a:bodyPr/>
        <a:lstStyle/>
        <a:p>
          <a:endParaRPr lang="en-US"/>
        </a:p>
      </dgm:t>
    </dgm:pt>
    <dgm:pt modelId="{E25915C1-2250-4F27-B588-5F7D02D0805E}" type="sibTrans" cxnId="{5EA9A798-6DB4-4084-86AF-528CCA703A15}">
      <dgm:prSet/>
      <dgm:spPr/>
      <dgm:t>
        <a:bodyPr/>
        <a:lstStyle/>
        <a:p>
          <a:endParaRPr lang="en-US"/>
        </a:p>
      </dgm:t>
    </dgm:pt>
    <dgm:pt modelId="{8132EADE-8D27-4DFF-B35C-CB71E6C1CF57}">
      <dgm:prSet/>
      <dgm:spPr/>
      <dgm:t>
        <a:bodyPr/>
        <a:lstStyle/>
        <a:p>
          <a:r>
            <a:rPr lang="en-US"/>
            <a:t>Helps track student defaulters like latecomers and dress code violations.</a:t>
          </a:r>
        </a:p>
      </dgm:t>
    </dgm:pt>
    <dgm:pt modelId="{10FF17D2-763B-429B-A265-EAB68FFB2A2C}" type="parTrans" cxnId="{48A6946C-CEA9-4B0B-8B93-F72E6D232CD1}">
      <dgm:prSet/>
      <dgm:spPr/>
      <dgm:t>
        <a:bodyPr/>
        <a:lstStyle/>
        <a:p>
          <a:endParaRPr lang="en-US"/>
        </a:p>
      </dgm:t>
    </dgm:pt>
    <dgm:pt modelId="{2011B676-BDF1-4926-9BF4-77BA1FA551F8}" type="sibTrans" cxnId="{48A6946C-CEA9-4B0B-8B93-F72E6D232CD1}">
      <dgm:prSet/>
      <dgm:spPr/>
      <dgm:t>
        <a:bodyPr/>
        <a:lstStyle/>
        <a:p>
          <a:endParaRPr lang="en-US"/>
        </a:p>
      </dgm:t>
    </dgm:pt>
    <dgm:pt modelId="{9716A495-8A23-4C92-BC2D-17B41ADB8D84}">
      <dgm:prSet/>
      <dgm:spPr/>
      <dgm:t>
        <a:bodyPr/>
        <a:lstStyle/>
        <a:p>
          <a:r>
            <a:rPr lang="en-US"/>
            <a:t>Role-based access for PTs, Mentors, and HODs.</a:t>
          </a:r>
        </a:p>
      </dgm:t>
    </dgm:pt>
    <dgm:pt modelId="{29CC1183-6EC0-43A7-9172-35A1E9AFB92F}" type="parTrans" cxnId="{19F1E1A2-83E1-498A-8D47-30959F62F5F1}">
      <dgm:prSet/>
      <dgm:spPr/>
      <dgm:t>
        <a:bodyPr/>
        <a:lstStyle/>
        <a:p>
          <a:endParaRPr lang="en-US"/>
        </a:p>
      </dgm:t>
    </dgm:pt>
    <dgm:pt modelId="{AE0F740E-D402-45E5-8675-84FFD734ED9F}" type="sibTrans" cxnId="{19F1E1A2-83E1-498A-8D47-30959F62F5F1}">
      <dgm:prSet/>
      <dgm:spPr/>
      <dgm:t>
        <a:bodyPr/>
        <a:lstStyle/>
        <a:p>
          <a:endParaRPr lang="en-US"/>
        </a:p>
      </dgm:t>
    </dgm:pt>
    <dgm:pt modelId="{8C933275-417B-4C66-8E77-F6008D651407}">
      <dgm:prSet/>
      <dgm:spPr/>
      <dgm:t>
        <a:bodyPr/>
        <a:lstStyle/>
        <a:p>
          <a:r>
            <a:rPr lang="en-US"/>
            <a:t>Designed to make the process faster, easier, and more reliable.</a:t>
          </a:r>
        </a:p>
      </dgm:t>
    </dgm:pt>
    <dgm:pt modelId="{DEF68FBA-039F-4A85-B4BD-F867D2D0D3A4}" type="parTrans" cxnId="{B85A6AAE-DEA9-40C3-A8D0-74B2E7923C01}">
      <dgm:prSet/>
      <dgm:spPr/>
      <dgm:t>
        <a:bodyPr/>
        <a:lstStyle/>
        <a:p>
          <a:endParaRPr lang="en-US"/>
        </a:p>
      </dgm:t>
    </dgm:pt>
    <dgm:pt modelId="{9BD97A56-9B9F-4DBC-B5E8-BAC526E6EAE2}" type="sibTrans" cxnId="{B85A6AAE-DEA9-40C3-A8D0-74B2E7923C01}">
      <dgm:prSet/>
      <dgm:spPr/>
      <dgm:t>
        <a:bodyPr/>
        <a:lstStyle/>
        <a:p>
          <a:endParaRPr lang="en-US"/>
        </a:p>
      </dgm:t>
    </dgm:pt>
    <dgm:pt modelId="{46F35F72-D79C-4FA1-9B25-45931D3B297D}" type="pres">
      <dgm:prSet presAssocID="{9363CB04-0F6B-438F-88C0-803D5849DC82}" presName="root" presStyleCnt="0">
        <dgm:presLayoutVars>
          <dgm:dir/>
          <dgm:resizeHandles val="exact"/>
        </dgm:presLayoutVars>
      </dgm:prSet>
      <dgm:spPr/>
    </dgm:pt>
    <dgm:pt modelId="{E31460E8-82BA-44D1-A2FD-BEDB757A89F9}" type="pres">
      <dgm:prSet presAssocID="{4A68A993-5DE6-420D-BED3-3E889138A327}" presName="compNode" presStyleCnt="0"/>
      <dgm:spPr/>
    </dgm:pt>
    <dgm:pt modelId="{C6F9830E-53A0-4BAF-B0CF-8EA54198D81E}" type="pres">
      <dgm:prSet presAssocID="{4A68A993-5DE6-420D-BED3-3E889138A327}" presName="bgRect" presStyleLbl="bgShp" presStyleIdx="0" presStyleCnt="5" custLinFactNeighborX="6330" custLinFactNeighborY="-469"/>
      <dgm:spPr/>
    </dgm:pt>
    <dgm:pt modelId="{6318F0A1-D60D-4DE8-8B27-9AA0EE81C9CD}" type="pres">
      <dgm:prSet presAssocID="{4A68A993-5DE6-420D-BED3-3E889138A32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07A729CA-BD34-4820-AFFC-5A4C7D1777F3}" type="pres">
      <dgm:prSet presAssocID="{4A68A993-5DE6-420D-BED3-3E889138A327}" presName="spaceRect" presStyleCnt="0"/>
      <dgm:spPr/>
    </dgm:pt>
    <dgm:pt modelId="{E5DA67D8-474E-4A41-A91F-67A166E09280}" type="pres">
      <dgm:prSet presAssocID="{4A68A993-5DE6-420D-BED3-3E889138A327}" presName="parTx" presStyleLbl="revTx" presStyleIdx="0" presStyleCnt="5">
        <dgm:presLayoutVars>
          <dgm:chMax val="0"/>
          <dgm:chPref val="0"/>
        </dgm:presLayoutVars>
      </dgm:prSet>
      <dgm:spPr/>
    </dgm:pt>
    <dgm:pt modelId="{D929CFB9-13AC-4D93-8E10-EF5AAFEAC0FC}" type="pres">
      <dgm:prSet presAssocID="{5654627C-7F92-440C-848B-17CE1DB7326D}" presName="sibTrans" presStyleCnt="0"/>
      <dgm:spPr/>
    </dgm:pt>
    <dgm:pt modelId="{3571D212-F28B-4ED4-8215-68884A241124}" type="pres">
      <dgm:prSet presAssocID="{07E1D066-F379-4DC1-A158-C7352027A6D9}" presName="compNode" presStyleCnt="0"/>
      <dgm:spPr/>
    </dgm:pt>
    <dgm:pt modelId="{BFA57274-5A57-4D72-A1A5-6EB1AFB0F13F}" type="pres">
      <dgm:prSet presAssocID="{07E1D066-F379-4DC1-A158-C7352027A6D9}" presName="bgRect" presStyleLbl="bgShp" presStyleIdx="1" presStyleCnt="5"/>
      <dgm:spPr/>
    </dgm:pt>
    <dgm:pt modelId="{C8BAD5DB-9392-4EC8-A18F-AB093927DEB5}" type="pres">
      <dgm:prSet presAssocID="{07E1D066-F379-4DC1-A158-C7352027A6D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F1F8756F-EFBB-43C7-977E-C68FC7A4EB60}" type="pres">
      <dgm:prSet presAssocID="{07E1D066-F379-4DC1-A158-C7352027A6D9}" presName="spaceRect" presStyleCnt="0"/>
      <dgm:spPr/>
    </dgm:pt>
    <dgm:pt modelId="{C08CF1C6-F021-4167-9E8C-7C7D44945749}" type="pres">
      <dgm:prSet presAssocID="{07E1D066-F379-4DC1-A158-C7352027A6D9}" presName="parTx" presStyleLbl="revTx" presStyleIdx="1" presStyleCnt="5">
        <dgm:presLayoutVars>
          <dgm:chMax val="0"/>
          <dgm:chPref val="0"/>
        </dgm:presLayoutVars>
      </dgm:prSet>
      <dgm:spPr/>
    </dgm:pt>
    <dgm:pt modelId="{F788677F-E0E6-4D99-A4F6-B9C04FC312DD}" type="pres">
      <dgm:prSet presAssocID="{E25915C1-2250-4F27-B588-5F7D02D0805E}" presName="sibTrans" presStyleCnt="0"/>
      <dgm:spPr/>
    </dgm:pt>
    <dgm:pt modelId="{94BC3DBB-F0BC-4485-A579-F4106EC186E7}" type="pres">
      <dgm:prSet presAssocID="{8132EADE-8D27-4DFF-B35C-CB71E6C1CF57}" presName="compNode" presStyleCnt="0"/>
      <dgm:spPr/>
    </dgm:pt>
    <dgm:pt modelId="{BD0C74BB-ECD5-43B6-BEBD-1CCEEA8A3971}" type="pres">
      <dgm:prSet presAssocID="{8132EADE-8D27-4DFF-B35C-CB71E6C1CF57}" presName="bgRect" presStyleLbl="bgShp" presStyleIdx="2" presStyleCnt="5"/>
      <dgm:spPr/>
    </dgm:pt>
    <dgm:pt modelId="{3592832F-4468-4C57-B79A-8A787CAB0135}" type="pres">
      <dgm:prSet presAssocID="{8132EADE-8D27-4DFF-B35C-CB71E6C1CF5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ess"/>
        </a:ext>
      </dgm:extLst>
    </dgm:pt>
    <dgm:pt modelId="{5D0F963D-6095-470A-B68D-31AD76185930}" type="pres">
      <dgm:prSet presAssocID="{8132EADE-8D27-4DFF-B35C-CB71E6C1CF57}" presName="spaceRect" presStyleCnt="0"/>
      <dgm:spPr/>
    </dgm:pt>
    <dgm:pt modelId="{360A92F0-DBCB-4E5E-90D5-F249E52CCE0A}" type="pres">
      <dgm:prSet presAssocID="{8132EADE-8D27-4DFF-B35C-CB71E6C1CF57}" presName="parTx" presStyleLbl="revTx" presStyleIdx="2" presStyleCnt="5">
        <dgm:presLayoutVars>
          <dgm:chMax val="0"/>
          <dgm:chPref val="0"/>
        </dgm:presLayoutVars>
      </dgm:prSet>
      <dgm:spPr/>
    </dgm:pt>
    <dgm:pt modelId="{98899762-DEF0-48BD-B573-50E79D456E0D}" type="pres">
      <dgm:prSet presAssocID="{2011B676-BDF1-4926-9BF4-77BA1FA551F8}" presName="sibTrans" presStyleCnt="0"/>
      <dgm:spPr/>
    </dgm:pt>
    <dgm:pt modelId="{7597D068-EBFA-42D7-9144-E1281C98CBA8}" type="pres">
      <dgm:prSet presAssocID="{9716A495-8A23-4C92-BC2D-17B41ADB8D84}" presName="compNode" presStyleCnt="0"/>
      <dgm:spPr/>
    </dgm:pt>
    <dgm:pt modelId="{9AA570E6-DDBC-4AA2-BB8F-73FDF3CD27A2}" type="pres">
      <dgm:prSet presAssocID="{9716A495-8A23-4C92-BC2D-17B41ADB8D84}" presName="bgRect" presStyleLbl="bgShp" presStyleIdx="3" presStyleCnt="5"/>
      <dgm:spPr/>
    </dgm:pt>
    <dgm:pt modelId="{D7B1A445-63BD-45BB-87B6-CC48AC910B0D}" type="pres">
      <dgm:prSet presAssocID="{9716A495-8A23-4C92-BC2D-17B41ADB8D8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9152D512-6C8A-4074-9527-721107B173D5}" type="pres">
      <dgm:prSet presAssocID="{9716A495-8A23-4C92-BC2D-17B41ADB8D84}" presName="spaceRect" presStyleCnt="0"/>
      <dgm:spPr/>
    </dgm:pt>
    <dgm:pt modelId="{7AF24C8A-CE83-4070-B30D-21F1A08A7826}" type="pres">
      <dgm:prSet presAssocID="{9716A495-8A23-4C92-BC2D-17B41ADB8D84}" presName="parTx" presStyleLbl="revTx" presStyleIdx="3" presStyleCnt="5">
        <dgm:presLayoutVars>
          <dgm:chMax val="0"/>
          <dgm:chPref val="0"/>
        </dgm:presLayoutVars>
      </dgm:prSet>
      <dgm:spPr/>
    </dgm:pt>
    <dgm:pt modelId="{ABA9BC6C-931A-431D-900E-19DEA38A066C}" type="pres">
      <dgm:prSet presAssocID="{AE0F740E-D402-45E5-8675-84FFD734ED9F}" presName="sibTrans" presStyleCnt="0"/>
      <dgm:spPr/>
    </dgm:pt>
    <dgm:pt modelId="{E2767AB9-9944-4181-AC78-B7D42111A3B9}" type="pres">
      <dgm:prSet presAssocID="{8C933275-417B-4C66-8E77-F6008D651407}" presName="compNode" presStyleCnt="0"/>
      <dgm:spPr/>
    </dgm:pt>
    <dgm:pt modelId="{93FD0A6C-44B7-4BE2-B22F-5BE009CDF5AC}" type="pres">
      <dgm:prSet presAssocID="{8C933275-417B-4C66-8E77-F6008D651407}" presName="bgRect" presStyleLbl="bgShp" presStyleIdx="4" presStyleCnt="5"/>
      <dgm:spPr/>
    </dgm:pt>
    <dgm:pt modelId="{363FF060-C2CF-4E47-8B29-A7C91E626E82}" type="pres">
      <dgm:prSet presAssocID="{8C933275-417B-4C66-8E77-F6008D65140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2B72B69E-AC67-495B-B039-8113A5CF1E3C}" type="pres">
      <dgm:prSet presAssocID="{8C933275-417B-4C66-8E77-F6008D651407}" presName="spaceRect" presStyleCnt="0"/>
      <dgm:spPr/>
    </dgm:pt>
    <dgm:pt modelId="{3EC6233E-F3B6-4E48-916B-9ECA5DB06A86}" type="pres">
      <dgm:prSet presAssocID="{8C933275-417B-4C66-8E77-F6008D65140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66AA11F-752C-4657-A746-5111C1569A93}" srcId="{9363CB04-0F6B-438F-88C0-803D5849DC82}" destId="{4A68A993-5DE6-420D-BED3-3E889138A327}" srcOrd="0" destOrd="0" parTransId="{2CBC56EC-5014-4126-8946-8A1C84B26731}" sibTransId="{5654627C-7F92-440C-848B-17CE1DB7326D}"/>
    <dgm:cxn modelId="{5F9BD625-88CD-4D1A-B745-A9007B5DE838}" type="presOf" srcId="{9363CB04-0F6B-438F-88C0-803D5849DC82}" destId="{46F35F72-D79C-4FA1-9B25-45931D3B297D}" srcOrd="0" destOrd="0" presId="urn:microsoft.com/office/officeart/2018/2/layout/IconVerticalSolidList"/>
    <dgm:cxn modelId="{22AD1538-260B-40FA-9825-303586A7567D}" type="presOf" srcId="{8132EADE-8D27-4DFF-B35C-CB71E6C1CF57}" destId="{360A92F0-DBCB-4E5E-90D5-F249E52CCE0A}" srcOrd="0" destOrd="0" presId="urn:microsoft.com/office/officeart/2018/2/layout/IconVerticalSolidList"/>
    <dgm:cxn modelId="{F4132739-BB0A-4AF7-BF83-B7DFD662A214}" type="presOf" srcId="{07E1D066-F379-4DC1-A158-C7352027A6D9}" destId="{C08CF1C6-F021-4167-9E8C-7C7D44945749}" srcOrd="0" destOrd="0" presId="urn:microsoft.com/office/officeart/2018/2/layout/IconVerticalSolidList"/>
    <dgm:cxn modelId="{48A6946C-CEA9-4B0B-8B93-F72E6D232CD1}" srcId="{9363CB04-0F6B-438F-88C0-803D5849DC82}" destId="{8132EADE-8D27-4DFF-B35C-CB71E6C1CF57}" srcOrd="2" destOrd="0" parTransId="{10FF17D2-763B-429B-A265-EAB68FFB2A2C}" sibTransId="{2011B676-BDF1-4926-9BF4-77BA1FA551F8}"/>
    <dgm:cxn modelId="{826E034E-E3D4-4799-8D93-3635802BF472}" type="presOf" srcId="{8C933275-417B-4C66-8E77-F6008D651407}" destId="{3EC6233E-F3B6-4E48-916B-9ECA5DB06A86}" srcOrd="0" destOrd="0" presId="urn:microsoft.com/office/officeart/2018/2/layout/IconVerticalSolidList"/>
    <dgm:cxn modelId="{5EA9A798-6DB4-4084-86AF-528CCA703A15}" srcId="{9363CB04-0F6B-438F-88C0-803D5849DC82}" destId="{07E1D066-F379-4DC1-A158-C7352027A6D9}" srcOrd="1" destOrd="0" parTransId="{5928FA25-F043-4F20-978A-19400E1B21EB}" sibTransId="{E25915C1-2250-4F27-B588-5F7D02D0805E}"/>
    <dgm:cxn modelId="{19F1E1A2-83E1-498A-8D47-30959F62F5F1}" srcId="{9363CB04-0F6B-438F-88C0-803D5849DC82}" destId="{9716A495-8A23-4C92-BC2D-17B41ADB8D84}" srcOrd="3" destOrd="0" parTransId="{29CC1183-6EC0-43A7-9172-35A1E9AFB92F}" sibTransId="{AE0F740E-D402-45E5-8675-84FFD734ED9F}"/>
    <dgm:cxn modelId="{B85A6AAE-DEA9-40C3-A8D0-74B2E7923C01}" srcId="{9363CB04-0F6B-438F-88C0-803D5849DC82}" destId="{8C933275-417B-4C66-8E77-F6008D651407}" srcOrd="4" destOrd="0" parTransId="{DEF68FBA-039F-4A85-B4BD-F867D2D0D3A4}" sibTransId="{9BD97A56-9B9F-4DBC-B5E8-BAC526E6EAE2}"/>
    <dgm:cxn modelId="{30FBC2D0-05BB-4DB5-832E-91A0274373E0}" type="presOf" srcId="{9716A495-8A23-4C92-BC2D-17B41ADB8D84}" destId="{7AF24C8A-CE83-4070-B30D-21F1A08A7826}" srcOrd="0" destOrd="0" presId="urn:microsoft.com/office/officeart/2018/2/layout/IconVerticalSolidList"/>
    <dgm:cxn modelId="{4E9DE0EA-8427-47A8-BE9C-295F582BD93E}" type="presOf" srcId="{4A68A993-5DE6-420D-BED3-3E889138A327}" destId="{E5DA67D8-474E-4A41-A91F-67A166E09280}" srcOrd="0" destOrd="0" presId="urn:microsoft.com/office/officeart/2018/2/layout/IconVerticalSolidList"/>
    <dgm:cxn modelId="{DF96D03D-BDFC-433B-8FF5-DB876DF227FF}" type="presParOf" srcId="{46F35F72-D79C-4FA1-9B25-45931D3B297D}" destId="{E31460E8-82BA-44D1-A2FD-BEDB757A89F9}" srcOrd="0" destOrd="0" presId="urn:microsoft.com/office/officeart/2018/2/layout/IconVerticalSolidList"/>
    <dgm:cxn modelId="{81FFF273-83C7-4CBB-A6C1-A112D56501FB}" type="presParOf" srcId="{E31460E8-82BA-44D1-A2FD-BEDB757A89F9}" destId="{C6F9830E-53A0-4BAF-B0CF-8EA54198D81E}" srcOrd="0" destOrd="0" presId="urn:microsoft.com/office/officeart/2018/2/layout/IconVerticalSolidList"/>
    <dgm:cxn modelId="{E61FB061-AE02-43B4-AC04-CEE03BC7AB67}" type="presParOf" srcId="{E31460E8-82BA-44D1-A2FD-BEDB757A89F9}" destId="{6318F0A1-D60D-4DE8-8B27-9AA0EE81C9CD}" srcOrd="1" destOrd="0" presId="urn:microsoft.com/office/officeart/2018/2/layout/IconVerticalSolidList"/>
    <dgm:cxn modelId="{C203E790-0BDF-4F7D-A656-6F55E7FFD668}" type="presParOf" srcId="{E31460E8-82BA-44D1-A2FD-BEDB757A89F9}" destId="{07A729CA-BD34-4820-AFFC-5A4C7D1777F3}" srcOrd="2" destOrd="0" presId="urn:microsoft.com/office/officeart/2018/2/layout/IconVerticalSolidList"/>
    <dgm:cxn modelId="{6241C3DF-546D-413D-ADDC-E07AEF7E7AF8}" type="presParOf" srcId="{E31460E8-82BA-44D1-A2FD-BEDB757A89F9}" destId="{E5DA67D8-474E-4A41-A91F-67A166E09280}" srcOrd="3" destOrd="0" presId="urn:microsoft.com/office/officeart/2018/2/layout/IconVerticalSolidList"/>
    <dgm:cxn modelId="{C336356F-8B4C-4A1F-B92F-21FDE59E2672}" type="presParOf" srcId="{46F35F72-D79C-4FA1-9B25-45931D3B297D}" destId="{D929CFB9-13AC-4D93-8E10-EF5AAFEAC0FC}" srcOrd="1" destOrd="0" presId="urn:microsoft.com/office/officeart/2018/2/layout/IconVerticalSolidList"/>
    <dgm:cxn modelId="{F251A4F1-C6BB-4859-8140-9E36D619F6AB}" type="presParOf" srcId="{46F35F72-D79C-4FA1-9B25-45931D3B297D}" destId="{3571D212-F28B-4ED4-8215-68884A241124}" srcOrd="2" destOrd="0" presId="urn:microsoft.com/office/officeart/2018/2/layout/IconVerticalSolidList"/>
    <dgm:cxn modelId="{0BBCF99C-FB88-4752-8DF0-5B5BF989A76D}" type="presParOf" srcId="{3571D212-F28B-4ED4-8215-68884A241124}" destId="{BFA57274-5A57-4D72-A1A5-6EB1AFB0F13F}" srcOrd="0" destOrd="0" presId="urn:microsoft.com/office/officeart/2018/2/layout/IconVerticalSolidList"/>
    <dgm:cxn modelId="{7222155B-06E3-489B-8E22-2DF27C65CCF0}" type="presParOf" srcId="{3571D212-F28B-4ED4-8215-68884A241124}" destId="{C8BAD5DB-9392-4EC8-A18F-AB093927DEB5}" srcOrd="1" destOrd="0" presId="urn:microsoft.com/office/officeart/2018/2/layout/IconVerticalSolidList"/>
    <dgm:cxn modelId="{A638A500-F895-4B7A-B9A4-90BA0F4513E7}" type="presParOf" srcId="{3571D212-F28B-4ED4-8215-68884A241124}" destId="{F1F8756F-EFBB-43C7-977E-C68FC7A4EB60}" srcOrd="2" destOrd="0" presId="urn:microsoft.com/office/officeart/2018/2/layout/IconVerticalSolidList"/>
    <dgm:cxn modelId="{BEB105F4-4A91-49AF-8717-6C3A046FE454}" type="presParOf" srcId="{3571D212-F28B-4ED4-8215-68884A241124}" destId="{C08CF1C6-F021-4167-9E8C-7C7D44945749}" srcOrd="3" destOrd="0" presId="urn:microsoft.com/office/officeart/2018/2/layout/IconVerticalSolidList"/>
    <dgm:cxn modelId="{F7BEC4AC-98D6-4801-B65F-C4EAB741FDCC}" type="presParOf" srcId="{46F35F72-D79C-4FA1-9B25-45931D3B297D}" destId="{F788677F-E0E6-4D99-A4F6-B9C04FC312DD}" srcOrd="3" destOrd="0" presId="urn:microsoft.com/office/officeart/2018/2/layout/IconVerticalSolidList"/>
    <dgm:cxn modelId="{787534B4-C977-4BA8-AD3C-BC371E405101}" type="presParOf" srcId="{46F35F72-D79C-4FA1-9B25-45931D3B297D}" destId="{94BC3DBB-F0BC-4485-A579-F4106EC186E7}" srcOrd="4" destOrd="0" presId="urn:microsoft.com/office/officeart/2018/2/layout/IconVerticalSolidList"/>
    <dgm:cxn modelId="{5BA02EE9-66BB-4E90-AC50-57AC5D953741}" type="presParOf" srcId="{94BC3DBB-F0BC-4485-A579-F4106EC186E7}" destId="{BD0C74BB-ECD5-43B6-BEBD-1CCEEA8A3971}" srcOrd="0" destOrd="0" presId="urn:microsoft.com/office/officeart/2018/2/layout/IconVerticalSolidList"/>
    <dgm:cxn modelId="{D6E768FE-FDDF-49C0-972A-AAF72C20A3D6}" type="presParOf" srcId="{94BC3DBB-F0BC-4485-A579-F4106EC186E7}" destId="{3592832F-4468-4C57-B79A-8A787CAB0135}" srcOrd="1" destOrd="0" presId="urn:microsoft.com/office/officeart/2018/2/layout/IconVerticalSolidList"/>
    <dgm:cxn modelId="{AB81206E-66F9-45A0-BF8E-233F0B1BFA2B}" type="presParOf" srcId="{94BC3DBB-F0BC-4485-A579-F4106EC186E7}" destId="{5D0F963D-6095-470A-B68D-31AD76185930}" srcOrd="2" destOrd="0" presId="urn:microsoft.com/office/officeart/2018/2/layout/IconVerticalSolidList"/>
    <dgm:cxn modelId="{6E48964B-8176-4AFE-80F6-654213927459}" type="presParOf" srcId="{94BC3DBB-F0BC-4485-A579-F4106EC186E7}" destId="{360A92F0-DBCB-4E5E-90D5-F249E52CCE0A}" srcOrd="3" destOrd="0" presId="urn:microsoft.com/office/officeart/2018/2/layout/IconVerticalSolidList"/>
    <dgm:cxn modelId="{E28DA3B4-F6B4-41BE-B677-B41626F84BBA}" type="presParOf" srcId="{46F35F72-D79C-4FA1-9B25-45931D3B297D}" destId="{98899762-DEF0-48BD-B573-50E79D456E0D}" srcOrd="5" destOrd="0" presId="urn:microsoft.com/office/officeart/2018/2/layout/IconVerticalSolidList"/>
    <dgm:cxn modelId="{5FA3FF08-25A3-47FB-854B-88F2BECA385B}" type="presParOf" srcId="{46F35F72-D79C-4FA1-9B25-45931D3B297D}" destId="{7597D068-EBFA-42D7-9144-E1281C98CBA8}" srcOrd="6" destOrd="0" presId="urn:microsoft.com/office/officeart/2018/2/layout/IconVerticalSolidList"/>
    <dgm:cxn modelId="{2BA00571-02AF-4C4C-8E58-8EBA2D64AA77}" type="presParOf" srcId="{7597D068-EBFA-42D7-9144-E1281C98CBA8}" destId="{9AA570E6-DDBC-4AA2-BB8F-73FDF3CD27A2}" srcOrd="0" destOrd="0" presId="urn:microsoft.com/office/officeart/2018/2/layout/IconVerticalSolidList"/>
    <dgm:cxn modelId="{67CC4163-38A9-4E46-9380-F2AE17386F7D}" type="presParOf" srcId="{7597D068-EBFA-42D7-9144-E1281C98CBA8}" destId="{D7B1A445-63BD-45BB-87B6-CC48AC910B0D}" srcOrd="1" destOrd="0" presId="urn:microsoft.com/office/officeart/2018/2/layout/IconVerticalSolidList"/>
    <dgm:cxn modelId="{C83A6CC2-2574-429C-ADA7-1A99880BC98E}" type="presParOf" srcId="{7597D068-EBFA-42D7-9144-E1281C98CBA8}" destId="{9152D512-6C8A-4074-9527-721107B173D5}" srcOrd="2" destOrd="0" presId="urn:microsoft.com/office/officeart/2018/2/layout/IconVerticalSolidList"/>
    <dgm:cxn modelId="{F8DFE0A6-4FFF-4CF1-8F13-AA0F822A55AF}" type="presParOf" srcId="{7597D068-EBFA-42D7-9144-E1281C98CBA8}" destId="{7AF24C8A-CE83-4070-B30D-21F1A08A7826}" srcOrd="3" destOrd="0" presId="urn:microsoft.com/office/officeart/2018/2/layout/IconVerticalSolidList"/>
    <dgm:cxn modelId="{9D4CBB4F-DDD3-4D90-AE30-2652137873DB}" type="presParOf" srcId="{46F35F72-D79C-4FA1-9B25-45931D3B297D}" destId="{ABA9BC6C-931A-431D-900E-19DEA38A066C}" srcOrd="7" destOrd="0" presId="urn:microsoft.com/office/officeart/2018/2/layout/IconVerticalSolidList"/>
    <dgm:cxn modelId="{E4F9FB6A-5A9C-4928-9142-F31B0CECA818}" type="presParOf" srcId="{46F35F72-D79C-4FA1-9B25-45931D3B297D}" destId="{E2767AB9-9944-4181-AC78-B7D42111A3B9}" srcOrd="8" destOrd="0" presId="urn:microsoft.com/office/officeart/2018/2/layout/IconVerticalSolidList"/>
    <dgm:cxn modelId="{62689242-0888-454C-9B2B-6248D2269463}" type="presParOf" srcId="{E2767AB9-9944-4181-AC78-B7D42111A3B9}" destId="{93FD0A6C-44B7-4BE2-B22F-5BE009CDF5AC}" srcOrd="0" destOrd="0" presId="urn:microsoft.com/office/officeart/2018/2/layout/IconVerticalSolidList"/>
    <dgm:cxn modelId="{BF399B3A-8961-48E5-9AD8-C900AB134C88}" type="presParOf" srcId="{E2767AB9-9944-4181-AC78-B7D42111A3B9}" destId="{363FF060-C2CF-4E47-8B29-A7C91E626E82}" srcOrd="1" destOrd="0" presId="urn:microsoft.com/office/officeart/2018/2/layout/IconVerticalSolidList"/>
    <dgm:cxn modelId="{069A3C56-2B58-4813-B9B1-C0B2040BD211}" type="presParOf" srcId="{E2767AB9-9944-4181-AC78-B7D42111A3B9}" destId="{2B72B69E-AC67-495B-B039-8113A5CF1E3C}" srcOrd="2" destOrd="0" presId="urn:microsoft.com/office/officeart/2018/2/layout/IconVerticalSolidList"/>
    <dgm:cxn modelId="{D36BB91E-8F8C-45B9-BE03-B0B610862598}" type="presParOf" srcId="{E2767AB9-9944-4181-AC78-B7D42111A3B9}" destId="{3EC6233E-F3B6-4E48-916B-9ECA5DB06A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CC2572-299F-4A65-A3B3-1EFCF652C8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93BDC6-3517-49EE-B745-BF2835306A52}">
      <dgm:prSet/>
      <dgm:spPr/>
      <dgm:t>
        <a:bodyPr/>
        <a:lstStyle/>
        <a:p>
          <a:r>
            <a:rPr lang="en-US" b="1"/>
            <a:t>Frontend: </a:t>
          </a:r>
          <a:r>
            <a:rPr lang="en-US"/>
            <a:t>React.js</a:t>
          </a:r>
        </a:p>
      </dgm:t>
    </dgm:pt>
    <dgm:pt modelId="{6C67AAEB-0826-4E0C-B5E4-7C5AEC8B79A7}" type="parTrans" cxnId="{BD73019D-5EAF-456C-B008-5912C8804D90}">
      <dgm:prSet/>
      <dgm:spPr/>
      <dgm:t>
        <a:bodyPr/>
        <a:lstStyle/>
        <a:p>
          <a:endParaRPr lang="en-US"/>
        </a:p>
      </dgm:t>
    </dgm:pt>
    <dgm:pt modelId="{D6AC51E0-4752-424D-9DD3-7177847FCF49}" type="sibTrans" cxnId="{BD73019D-5EAF-456C-B008-5912C8804D90}">
      <dgm:prSet/>
      <dgm:spPr/>
      <dgm:t>
        <a:bodyPr/>
        <a:lstStyle/>
        <a:p>
          <a:endParaRPr lang="en-US"/>
        </a:p>
      </dgm:t>
    </dgm:pt>
    <dgm:pt modelId="{62A1EC8D-3A93-4034-82F9-75A69BD147D6}">
      <dgm:prSet/>
      <dgm:spPr/>
      <dgm:t>
        <a:bodyPr/>
        <a:lstStyle/>
        <a:p>
          <a:r>
            <a:rPr lang="en-US" b="1"/>
            <a:t>Backend: </a:t>
          </a:r>
          <a:r>
            <a:rPr lang="en-US"/>
            <a:t>Node.js, Express.js</a:t>
          </a:r>
        </a:p>
      </dgm:t>
    </dgm:pt>
    <dgm:pt modelId="{7E3CDAB9-EE1A-447F-9102-D8E66C577146}" type="parTrans" cxnId="{139D8700-5108-4090-ABF7-299148A3C3E9}">
      <dgm:prSet/>
      <dgm:spPr/>
      <dgm:t>
        <a:bodyPr/>
        <a:lstStyle/>
        <a:p>
          <a:endParaRPr lang="en-US"/>
        </a:p>
      </dgm:t>
    </dgm:pt>
    <dgm:pt modelId="{B35BBE48-47AF-4EC3-9496-8CC70BB5C0BC}" type="sibTrans" cxnId="{139D8700-5108-4090-ABF7-299148A3C3E9}">
      <dgm:prSet/>
      <dgm:spPr/>
      <dgm:t>
        <a:bodyPr/>
        <a:lstStyle/>
        <a:p>
          <a:endParaRPr lang="en-US"/>
        </a:p>
      </dgm:t>
    </dgm:pt>
    <dgm:pt modelId="{97F4BA95-C992-4AFE-AD68-F23E8ED09D05}">
      <dgm:prSet/>
      <dgm:spPr/>
      <dgm:t>
        <a:bodyPr/>
        <a:lstStyle/>
        <a:p>
          <a:r>
            <a:rPr lang="en-US" b="1"/>
            <a:t>Database: </a:t>
          </a:r>
          <a:r>
            <a:rPr lang="en-US"/>
            <a:t>MongoDB (Atlas)</a:t>
          </a:r>
        </a:p>
      </dgm:t>
    </dgm:pt>
    <dgm:pt modelId="{4FA2694E-332A-4F85-BF22-35CD7B2E2F30}" type="parTrans" cxnId="{86C815F2-A01B-400F-BB4A-5BC847FB1A7B}">
      <dgm:prSet/>
      <dgm:spPr/>
      <dgm:t>
        <a:bodyPr/>
        <a:lstStyle/>
        <a:p>
          <a:endParaRPr lang="en-US"/>
        </a:p>
      </dgm:t>
    </dgm:pt>
    <dgm:pt modelId="{1A00FE44-AD3A-46D3-B1A3-04981DAC6B10}" type="sibTrans" cxnId="{86C815F2-A01B-400F-BB4A-5BC847FB1A7B}">
      <dgm:prSet/>
      <dgm:spPr/>
      <dgm:t>
        <a:bodyPr/>
        <a:lstStyle/>
        <a:p>
          <a:endParaRPr lang="en-US"/>
        </a:p>
      </dgm:t>
    </dgm:pt>
    <dgm:pt modelId="{4E079FA9-5123-4870-BB5D-BB51BE33118F}">
      <dgm:prSet/>
      <dgm:spPr/>
      <dgm:t>
        <a:bodyPr/>
        <a:lstStyle/>
        <a:p>
          <a:r>
            <a:rPr lang="en-US" b="1"/>
            <a:t>Other Tools: </a:t>
          </a:r>
          <a:r>
            <a:rPr lang="en-US"/>
            <a:t>Git &amp; GitHub</a:t>
          </a:r>
        </a:p>
      </dgm:t>
    </dgm:pt>
    <dgm:pt modelId="{BE0CF7BE-35FF-4CBD-A017-5BFAD9E34A57}" type="parTrans" cxnId="{007A98CE-7DB0-45CF-BE8C-873E30C0F7ED}">
      <dgm:prSet/>
      <dgm:spPr/>
      <dgm:t>
        <a:bodyPr/>
        <a:lstStyle/>
        <a:p>
          <a:endParaRPr lang="en-US"/>
        </a:p>
      </dgm:t>
    </dgm:pt>
    <dgm:pt modelId="{0DDC5568-14B6-4077-8C20-259A8994D52F}" type="sibTrans" cxnId="{007A98CE-7DB0-45CF-BE8C-873E30C0F7ED}">
      <dgm:prSet/>
      <dgm:spPr/>
      <dgm:t>
        <a:bodyPr/>
        <a:lstStyle/>
        <a:p>
          <a:endParaRPr lang="en-US"/>
        </a:p>
      </dgm:t>
    </dgm:pt>
    <dgm:pt modelId="{7977D5A0-EB30-4731-BBFA-93C20040EB24}" type="pres">
      <dgm:prSet presAssocID="{9BCC2572-299F-4A65-A3B3-1EFCF652C80D}" presName="root" presStyleCnt="0">
        <dgm:presLayoutVars>
          <dgm:dir/>
          <dgm:resizeHandles val="exact"/>
        </dgm:presLayoutVars>
      </dgm:prSet>
      <dgm:spPr/>
    </dgm:pt>
    <dgm:pt modelId="{3E1352D3-63F8-420B-826F-230037AA06CD}" type="pres">
      <dgm:prSet presAssocID="{9B93BDC6-3517-49EE-B745-BF2835306A52}" presName="compNode" presStyleCnt="0"/>
      <dgm:spPr/>
    </dgm:pt>
    <dgm:pt modelId="{457B8308-F773-46AA-9556-430290BF962E}" type="pres">
      <dgm:prSet presAssocID="{9B93BDC6-3517-49EE-B745-BF2835306A52}" presName="bgRect" presStyleLbl="bgShp" presStyleIdx="0" presStyleCnt="4"/>
      <dgm:spPr/>
    </dgm:pt>
    <dgm:pt modelId="{51A9BB76-B836-40F7-8B4C-F18DA421EC4B}" type="pres">
      <dgm:prSet presAssocID="{9B93BDC6-3517-49EE-B745-BF2835306A5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F86DA3E0-BE0D-4F60-A7B1-1AED744EDA15}" type="pres">
      <dgm:prSet presAssocID="{9B93BDC6-3517-49EE-B745-BF2835306A52}" presName="spaceRect" presStyleCnt="0"/>
      <dgm:spPr/>
    </dgm:pt>
    <dgm:pt modelId="{056855DD-6AF0-4200-A625-818D671E5D48}" type="pres">
      <dgm:prSet presAssocID="{9B93BDC6-3517-49EE-B745-BF2835306A52}" presName="parTx" presStyleLbl="revTx" presStyleIdx="0" presStyleCnt="4">
        <dgm:presLayoutVars>
          <dgm:chMax val="0"/>
          <dgm:chPref val="0"/>
        </dgm:presLayoutVars>
      </dgm:prSet>
      <dgm:spPr/>
    </dgm:pt>
    <dgm:pt modelId="{F20CC3DA-11C6-494F-9C9D-B886E80C9866}" type="pres">
      <dgm:prSet presAssocID="{D6AC51E0-4752-424D-9DD3-7177847FCF49}" presName="sibTrans" presStyleCnt="0"/>
      <dgm:spPr/>
    </dgm:pt>
    <dgm:pt modelId="{7287FD3A-D0BA-4769-8BF4-BDCE36CF2E5C}" type="pres">
      <dgm:prSet presAssocID="{62A1EC8D-3A93-4034-82F9-75A69BD147D6}" presName="compNode" presStyleCnt="0"/>
      <dgm:spPr/>
    </dgm:pt>
    <dgm:pt modelId="{641267D8-FFAF-43E6-BEC3-A0FF74BFB617}" type="pres">
      <dgm:prSet presAssocID="{62A1EC8D-3A93-4034-82F9-75A69BD147D6}" presName="bgRect" presStyleLbl="bgShp" presStyleIdx="1" presStyleCnt="4"/>
      <dgm:spPr/>
    </dgm:pt>
    <dgm:pt modelId="{CBEEA039-402C-4529-B5E0-426C868709E1}" type="pres">
      <dgm:prSet presAssocID="{62A1EC8D-3A93-4034-82F9-75A69BD147D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665A2B7-A293-4142-BF2D-C8C9469E8AD7}" type="pres">
      <dgm:prSet presAssocID="{62A1EC8D-3A93-4034-82F9-75A69BD147D6}" presName="spaceRect" presStyleCnt="0"/>
      <dgm:spPr/>
    </dgm:pt>
    <dgm:pt modelId="{18799F6D-384B-4933-975C-11C44CC3FF88}" type="pres">
      <dgm:prSet presAssocID="{62A1EC8D-3A93-4034-82F9-75A69BD147D6}" presName="parTx" presStyleLbl="revTx" presStyleIdx="1" presStyleCnt="4">
        <dgm:presLayoutVars>
          <dgm:chMax val="0"/>
          <dgm:chPref val="0"/>
        </dgm:presLayoutVars>
      </dgm:prSet>
      <dgm:spPr/>
    </dgm:pt>
    <dgm:pt modelId="{7B922759-AAD9-4355-A374-DD0F3E603D4B}" type="pres">
      <dgm:prSet presAssocID="{B35BBE48-47AF-4EC3-9496-8CC70BB5C0BC}" presName="sibTrans" presStyleCnt="0"/>
      <dgm:spPr/>
    </dgm:pt>
    <dgm:pt modelId="{230DB7D5-CF54-4DC8-B2A0-82DB84E255B6}" type="pres">
      <dgm:prSet presAssocID="{97F4BA95-C992-4AFE-AD68-F23E8ED09D05}" presName="compNode" presStyleCnt="0"/>
      <dgm:spPr/>
    </dgm:pt>
    <dgm:pt modelId="{1CD48179-8055-4D20-9E9C-6EF92E7C87E8}" type="pres">
      <dgm:prSet presAssocID="{97F4BA95-C992-4AFE-AD68-F23E8ED09D05}" presName="bgRect" presStyleLbl="bgShp" presStyleIdx="2" presStyleCnt="4"/>
      <dgm:spPr/>
    </dgm:pt>
    <dgm:pt modelId="{609EA6EC-67BC-4042-A602-64D11E26C8B6}" type="pres">
      <dgm:prSet presAssocID="{97F4BA95-C992-4AFE-AD68-F23E8ED09D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7591CEC-EBCC-4776-B541-3C64B0AA7EF2}" type="pres">
      <dgm:prSet presAssocID="{97F4BA95-C992-4AFE-AD68-F23E8ED09D05}" presName="spaceRect" presStyleCnt="0"/>
      <dgm:spPr/>
    </dgm:pt>
    <dgm:pt modelId="{1ABBADC5-BDB0-43DF-87A6-2AAA594FEC2D}" type="pres">
      <dgm:prSet presAssocID="{97F4BA95-C992-4AFE-AD68-F23E8ED09D05}" presName="parTx" presStyleLbl="revTx" presStyleIdx="2" presStyleCnt="4">
        <dgm:presLayoutVars>
          <dgm:chMax val="0"/>
          <dgm:chPref val="0"/>
        </dgm:presLayoutVars>
      </dgm:prSet>
      <dgm:spPr/>
    </dgm:pt>
    <dgm:pt modelId="{6BA38E84-CA92-4F8C-AC74-680C3783CAF8}" type="pres">
      <dgm:prSet presAssocID="{1A00FE44-AD3A-46D3-B1A3-04981DAC6B10}" presName="sibTrans" presStyleCnt="0"/>
      <dgm:spPr/>
    </dgm:pt>
    <dgm:pt modelId="{8F317FFE-B25B-4A87-AFD0-4109F8426D29}" type="pres">
      <dgm:prSet presAssocID="{4E079FA9-5123-4870-BB5D-BB51BE33118F}" presName="compNode" presStyleCnt="0"/>
      <dgm:spPr/>
    </dgm:pt>
    <dgm:pt modelId="{521F1695-F504-4588-AF70-576FC0437931}" type="pres">
      <dgm:prSet presAssocID="{4E079FA9-5123-4870-BB5D-BB51BE33118F}" presName="bgRect" presStyleLbl="bgShp" presStyleIdx="3" presStyleCnt="4"/>
      <dgm:spPr/>
    </dgm:pt>
    <dgm:pt modelId="{E5F39B7C-7681-4384-9049-B7416E1F34A7}" type="pres">
      <dgm:prSet presAssocID="{4E079FA9-5123-4870-BB5D-BB51BE33118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65B0BC7E-D70A-4C48-964A-91797D510BEE}" type="pres">
      <dgm:prSet presAssocID="{4E079FA9-5123-4870-BB5D-BB51BE33118F}" presName="spaceRect" presStyleCnt="0"/>
      <dgm:spPr/>
    </dgm:pt>
    <dgm:pt modelId="{E1342DD1-319B-406D-88F1-DBD06E9FF87B}" type="pres">
      <dgm:prSet presAssocID="{4E079FA9-5123-4870-BB5D-BB51BE33118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39D8700-5108-4090-ABF7-299148A3C3E9}" srcId="{9BCC2572-299F-4A65-A3B3-1EFCF652C80D}" destId="{62A1EC8D-3A93-4034-82F9-75A69BD147D6}" srcOrd="1" destOrd="0" parTransId="{7E3CDAB9-EE1A-447F-9102-D8E66C577146}" sibTransId="{B35BBE48-47AF-4EC3-9496-8CC70BB5C0BC}"/>
    <dgm:cxn modelId="{D31D4421-B306-4369-9CEA-F80984D39F11}" type="presOf" srcId="{97F4BA95-C992-4AFE-AD68-F23E8ED09D05}" destId="{1ABBADC5-BDB0-43DF-87A6-2AAA594FEC2D}" srcOrd="0" destOrd="0" presId="urn:microsoft.com/office/officeart/2018/2/layout/IconVerticalSolidList"/>
    <dgm:cxn modelId="{32648358-E94B-4D72-98B3-2F342F72B35B}" type="presOf" srcId="{4E079FA9-5123-4870-BB5D-BB51BE33118F}" destId="{E1342DD1-319B-406D-88F1-DBD06E9FF87B}" srcOrd="0" destOrd="0" presId="urn:microsoft.com/office/officeart/2018/2/layout/IconVerticalSolidList"/>
    <dgm:cxn modelId="{BD73019D-5EAF-456C-B008-5912C8804D90}" srcId="{9BCC2572-299F-4A65-A3B3-1EFCF652C80D}" destId="{9B93BDC6-3517-49EE-B745-BF2835306A52}" srcOrd="0" destOrd="0" parTransId="{6C67AAEB-0826-4E0C-B5E4-7C5AEC8B79A7}" sibTransId="{D6AC51E0-4752-424D-9DD3-7177847FCF49}"/>
    <dgm:cxn modelId="{FD10EDBB-276B-4201-90BC-43067979B0F2}" type="presOf" srcId="{9BCC2572-299F-4A65-A3B3-1EFCF652C80D}" destId="{7977D5A0-EB30-4731-BBFA-93C20040EB24}" srcOrd="0" destOrd="0" presId="urn:microsoft.com/office/officeart/2018/2/layout/IconVerticalSolidList"/>
    <dgm:cxn modelId="{007A98CE-7DB0-45CF-BE8C-873E30C0F7ED}" srcId="{9BCC2572-299F-4A65-A3B3-1EFCF652C80D}" destId="{4E079FA9-5123-4870-BB5D-BB51BE33118F}" srcOrd="3" destOrd="0" parTransId="{BE0CF7BE-35FF-4CBD-A017-5BFAD9E34A57}" sibTransId="{0DDC5568-14B6-4077-8C20-259A8994D52F}"/>
    <dgm:cxn modelId="{B02427D2-834B-497A-9144-6443822703EF}" type="presOf" srcId="{62A1EC8D-3A93-4034-82F9-75A69BD147D6}" destId="{18799F6D-384B-4933-975C-11C44CC3FF88}" srcOrd="0" destOrd="0" presId="urn:microsoft.com/office/officeart/2018/2/layout/IconVerticalSolidList"/>
    <dgm:cxn modelId="{86C815F2-A01B-400F-BB4A-5BC847FB1A7B}" srcId="{9BCC2572-299F-4A65-A3B3-1EFCF652C80D}" destId="{97F4BA95-C992-4AFE-AD68-F23E8ED09D05}" srcOrd="2" destOrd="0" parTransId="{4FA2694E-332A-4F85-BF22-35CD7B2E2F30}" sibTransId="{1A00FE44-AD3A-46D3-B1A3-04981DAC6B10}"/>
    <dgm:cxn modelId="{642699F7-7DDB-4FF2-A02A-210671873469}" type="presOf" srcId="{9B93BDC6-3517-49EE-B745-BF2835306A52}" destId="{056855DD-6AF0-4200-A625-818D671E5D48}" srcOrd="0" destOrd="0" presId="urn:microsoft.com/office/officeart/2018/2/layout/IconVerticalSolidList"/>
    <dgm:cxn modelId="{C6E00457-0E42-4301-AD9D-6F9C65D87E6B}" type="presParOf" srcId="{7977D5A0-EB30-4731-BBFA-93C20040EB24}" destId="{3E1352D3-63F8-420B-826F-230037AA06CD}" srcOrd="0" destOrd="0" presId="urn:microsoft.com/office/officeart/2018/2/layout/IconVerticalSolidList"/>
    <dgm:cxn modelId="{92147D7E-D9ED-49E1-8E8B-449F416438E3}" type="presParOf" srcId="{3E1352D3-63F8-420B-826F-230037AA06CD}" destId="{457B8308-F773-46AA-9556-430290BF962E}" srcOrd="0" destOrd="0" presId="urn:microsoft.com/office/officeart/2018/2/layout/IconVerticalSolidList"/>
    <dgm:cxn modelId="{1D66C508-A339-4E47-9D7A-388395CDEC0A}" type="presParOf" srcId="{3E1352D3-63F8-420B-826F-230037AA06CD}" destId="{51A9BB76-B836-40F7-8B4C-F18DA421EC4B}" srcOrd="1" destOrd="0" presId="urn:microsoft.com/office/officeart/2018/2/layout/IconVerticalSolidList"/>
    <dgm:cxn modelId="{6D648EAC-D166-4B7E-86D1-2AF4196677A5}" type="presParOf" srcId="{3E1352D3-63F8-420B-826F-230037AA06CD}" destId="{F86DA3E0-BE0D-4F60-A7B1-1AED744EDA15}" srcOrd="2" destOrd="0" presId="urn:microsoft.com/office/officeart/2018/2/layout/IconVerticalSolidList"/>
    <dgm:cxn modelId="{351E0D1B-3C88-44B9-BCBD-4298A5917342}" type="presParOf" srcId="{3E1352D3-63F8-420B-826F-230037AA06CD}" destId="{056855DD-6AF0-4200-A625-818D671E5D48}" srcOrd="3" destOrd="0" presId="urn:microsoft.com/office/officeart/2018/2/layout/IconVerticalSolidList"/>
    <dgm:cxn modelId="{920D1B1A-BCEA-451A-89A8-025E962D9350}" type="presParOf" srcId="{7977D5A0-EB30-4731-BBFA-93C20040EB24}" destId="{F20CC3DA-11C6-494F-9C9D-B886E80C9866}" srcOrd="1" destOrd="0" presId="urn:microsoft.com/office/officeart/2018/2/layout/IconVerticalSolidList"/>
    <dgm:cxn modelId="{D4D25B1B-F156-4509-B0BA-F4BEC3D23C6D}" type="presParOf" srcId="{7977D5A0-EB30-4731-BBFA-93C20040EB24}" destId="{7287FD3A-D0BA-4769-8BF4-BDCE36CF2E5C}" srcOrd="2" destOrd="0" presId="urn:microsoft.com/office/officeart/2018/2/layout/IconVerticalSolidList"/>
    <dgm:cxn modelId="{E812AD80-7E2C-45E9-BAF7-2A95C750D259}" type="presParOf" srcId="{7287FD3A-D0BA-4769-8BF4-BDCE36CF2E5C}" destId="{641267D8-FFAF-43E6-BEC3-A0FF74BFB617}" srcOrd="0" destOrd="0" presId="urn:microsoft.com/office/officeart/2018/2/layout/IconVerticalSolidList"/>
    <dgm:cxn modelId="{A37F4382-AA66-4983-A26F-4680E0F00EDD}" type="presParOf" srcId="{7287FD3A-D0BA-4769-8BF4-BDCE36CF2E5C}" destId="{CBEEA039-402C-4529-B5E0-426C868709E1}" srcOrd="1" destOrd="0" presId="urn:microsoft.com/office/officeart/2018/2/layout/IconVerticalSolidList"/>
    <dgm:cxn modelId="{5104A43E-C6B9-4FCE-BD33-CE1A7610CD43}" type="presParOf" srcId="{7287FD3A-D0BA-4769-8BF4-BDCE36CF2E5C}" destId="{A665A2B7-A293-4142-BF2D-C8C9469E8AD7}" srcOrd="2" destOrd="0" presId="urn:microsoft.com/office/officeart/2018/2/layout/IconVerticalSolidList"/>
    <dgm:cxn modelId="{1827EF9C-5ADB-4ACD-80BA-2883BDF1394D}" type="presParOf" srcId="{7287FD3A-D0BA-4769-8BF4-BDCE36CF2E5C}" destId="{18799F6D-384B-4933-975C-11C44CC3FF88}" srcOrd="3" destOrd="0" presId="urn:microsoft.com/office/officeart/2018/2/layout/IconVerticalSolidList"/>
    <dgm:cxn modelId="{0C45AD63-8F9B-4E1F-A5C4-B2AA8BED6208}" type="presParOf" srcId="{7977D5A0-EB30-4731-BBFA-93C20040EB24}" destId="{7B922759-AAD9-4355-A374-DD0F3E603D4B}" srcOrd="3" destOrd="0" presId="urn:microsoft.com/office/officeart/2018/2/layout/IconVerticalSolidList"/>
    <dgm:cxn modelId="{3503A233-7278-4D97-9147-56A11A912B76}" type="presParOf" srcId="{7977D5A0-EB30-4731-BBFA-93C20040EB24}" destId="{230DB7D5-CF54-4DC8-B2A0-82DB84E255B6}" srcOrd="4" destOrd="0" presId="urn:microsoft.com/office/officeart/2018/2/layout/IconVerticalSolidList"/>
    <dgm:cxn modelId="{655161C8-FDEA-4ED5-9C70-4F430DBAF617}" type="presParOf" srcId="{230DB7D5-CF54-4DC8-B2A0-82DB84E255B6}" destId="{1CD48179-8055-4D20-9E9C-6EF92E7C87E8}" srcOrd="0" destOrd="0" presId="urn:microsoft.com/office/officeart/2018/2/layout/IconVerticalSolidList"/>
    <dgm:cxn modelId="{C2C34F95-73B1-4B1D-A2F1-DEC4EBFA06D2}" type="presParOf" srcId="{230DB7D5-CF54-4DC8-B2A0-82DB84E255B6}" destId="{609EA6EC-67BC-4042-A602-64D11E26C8B6}" srcOrd="1" destOrd="0" presId="urn:microsoft.com/office/officeart/2018/2/layout/IconVerticalSolidList"/>
    <dgm:cxn modelId="{365A203C-710D-4BB4-99C9-3DD3FD4731B1}" type="presParOf" srcId="{230DB7D5-CF54-4DC8-B2A0-82DB84E255B6}" destId="{17591CEC-EBCC-4776-B541-3C64B0AA7EF2}" srcOrd="2" destOrd="0" presId="urn:microsoft.com/office/officeart/2018/2/layout/IconVerticalSolidList"/>
    <dgm:cxn modelId="{64C9A5D0-0A8E-442F-8535-C2E0BD8CFB2D}" type="presParOf" srcId="{230DB7D5-CF54-4DC8-B2A0-82DB84E255B6}" destId="{1ABBADC5-BDB0-43DF-87A6-2AAA594FEC2D}" srcOrd="3" destOrd="0" presId="urn:microsoft.com/office/officeart/2018/2/layout/IconVerticalSolidList"/>
    <dgm:cxn modelId="{F74926AC-60C3-4BC0-BBEA-68F9AC752B12}" type="presParOf" srcId="{7977D5A0-EB30-4731-BBFA-93C20040EB24}" destId="{6BA38E84-CA92-4F8C-AC74-680C3783CAF8}" srcOrd="5" destOrd="0" presId="urn:microsoft.com/office/officeart/2018/2/layout/IconVerticalSolidList"/>
    <dgm:cxn modelId="{1978F488-ED14-49C2-A60E-7FC84C26DCDE}" type="presParOf" srcId="{7977D5A0-EB30-4731-BBFA-93C20040EB24}" destId="{8F317FFE-B25B-4A87-AFD0-4109F8426D29}" srcOrd="6" destOrd="0" presId="urn:microsoft.com/office/officeart/2018/2/layout/IconVerticalSolidList"/>
    <dgm:cxn modelId="{FF42D343-FC5E-45C6-9A1A-D0F172BF4479}" type="presParOf" srcId="{8F317FFE-B25B-4A87-AFD0-4109F8426D29}" destId="{521F1695-F504-4588-AF70-576FC0437931}" srcOrd="0" destOrd="0" presId="urn:microsoft.com/office/officeart/2018/2/layout/IconVerticalSolidList"/>
    <dgm:cxn modelId="{52093A73-3710-4EDC-A5A6-0040B177E051}" type="presParOf" srcId="{8F317FFE-B25B-4A87-AFD0-4109F8426D29}" destId="{E5F39B7C-7681-4384-9049-B7416E1F34A7}" srcOrd="1" destOrd="0" presId="urn:microsoft.com/office/officeart/2018/2/layout/IconVerticalSolidList"/>
    <dgm:cxn modelId="{DA2FAC1A-FA3E-400F-BBA7-53A256C5C3B7}" type="presParOf" srcId="{8F317FFE-B25B-4A87-AFD0-4109F8426D29}" destId="{65B0BC7E-D70A-4C48-964A-91797D510BEE}" srcOrd="2" destOrd="0" presId="urn:microsoft.com/office/officeart/2018/2/layout/IconVerticalSolidList"/>
    <dgm:cxn modelId="{ED8554DE-222D-47ED-A674-93929912737A}" type="presParOf" srcId="{8F317FFE-B25B-4A87-AFD0-4109F8426D29}" destId="{E1342DD1-319B-406D-88F1-DBD06E9FF8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5B5A6C0-E9CD-4DDA-B7E1-85ACA31A7AC0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EB7F1A9-C110-4D70-A760-B18A3C7A5CC6}">
      <dgm:prSet/>
      <dgm:spPr/>
      <dgm:t>
        <a:bodyPr/>
        <a:lstStyle/>
        <a:p>
          <a:r>
            <a:rPr lang="en-US"/>
            <a:t>Prevents duplicate entries and manual errors.</a:t>
          </a:r>
        </a:p>
      </dgm:t>
    </dgm:pt>
    <dgm:pt modelId="{E772B5FF-DB46-4EA4-A016-DAD6A6CD26DC}" type="parTrans" cxnId="{BEAE4187-51AB-42E0-A2CC-77879F71E8AE}">
      <dgm:prSet/>
      <dgm:spPr/>
      <dgm:t>
        <a:bodyPr/>
        <a:lstStyle/>
        <a:p>
          <a:endParaRPr lang="en-US"/>
        </a:p>
      </dgm:t>
    </dgm:pt>
    <dgm:pt modelId="{464B156A-F8EB-4146-8021-783D4D295F61}" type="sibTrans" cxnId="{BEAE4187-51AB-42E0-A2CC-77879F71E8AE}">
      <dgm:prSet/>
      <dgm:spPr/>
      <dgm:t>
        <a:bodyPr/>
        <a:lstStyle/>
        <a:p>
          <a:endParaRPr lang="en-US"/>
        </a:p>
      </dgm:t>
    </dgm:pt>
    <dgm:pt modelId="{01110D71-3FF2-4B82-8320-6E16656F1471}">
      <dgm:prSet/>
      <dgm:spPr/>
      <dgm:t>
        <a:bodyPr/>
        <a:lstStyle/>
        <a:p>
          <a:r>
            <a:rPr lang="en-US"/>
            <a:t>Saves time for PTs, Mentors, and HODs.</a:t>
          </a:r>
        </a:p>
      </dgm:t>
    </dgm:pt>
    <dgm:pt modelId="{F9FA569A-F68E-4CAD-BD1F-C024FF6AF7F2}" type="parTrans" cxnId="{AE1F6BF5-A003-4869-8511-74C1A0D87902}">
      <dgm:prSet/>
      <dgm:spPr/>
      <dgm:t>
        <a:bodyPr/>
        <a:lstStyle/>
        <a:p>
          <a:endParaRPr lang="en-US"/>
        </a:p>
      </dgm:t>
    </dgm:pt>
    <dgm:pt modelId="{8710216B-539A-45F7-8689-837F101B35F2}" type="sibTrans" cxnId="{AE1F6BF5-A003-4869-8511-74C1A0D87902}">
      <dgm:prSet/>
      <dgm:spPr/>
      <dgm:t>
        <a:bodyPr/>
        <a:lstStyle/>
        <a:p>
          <a:endParaRPr lang="en-US"/>
        </a:p>
      </dgm:t>
    </dgm:pt>
    <dgm:pt modelId="{1DCB4FFE-0C76-4AD5-A91A-DB6CC7F3E80A}">
      <dgm:prSet/>
      <dgm:spPr/>
      <dgm:t>
        <a:bodyPr/>
        <a:lstStyle/>
        <a:p>
          <a:r>
            <a:rPr lang="en-US" dirty="0"/>
            <a:t>Makes follow-ups easier and faster.</a:t>
          </a:r>
        </a:p>
      </dgm:t>
    </dgm:pt>
    <dgm:pt modelId="{6C6D3BA4-85BB-4E89-8049-DA626B717AAF}" type="parTrans" cxnId="{99A9C053-CDB4-4A77-998C-2EE659E3DBB4}">
      <dgm:prSet/>
      <dgm:spPr/>
      <dgm:t>
        <a:bodyPr/>
        <a:lstStyle/>
        <a:p>
          <a:endParaRPr lang="en-US"/>
        </a:p>
      </dgm:t>
    </dgm:pt>
    <dgm:pt modelId="{62A8C67E-AD10-4AC3-A74D-9A9573AF72EF}" type="sibTrans" cxnId="{99A9C053-CDB4-4A77-998C-2EE659E3DBB4}">
      <dgm:prSet/>
      <dgm:spPr/>
      <dgm:t>
        <a:bodyPr/>
        <a:lstStyle/>
        <a:p>
          <a:endParaRPr lang="en-US"/>
        </a:p>
      </dgm:t>
    </dgm:pt>
    <dgm:pt modelId="{B0EF0152-9949-426D-B7DA-AC22A08437B4}">
      <dgm:prSet/>
      <dgm:spPr/>
      <dgm:t>
        <a:bodyPr/>
        <a:lstStyle/>
        <a:p>
          <a:r>
            <a:rPr lang="en-US"/>
            <a:t>Reports are easy to print or send by email.</a:t>
          </a:r>
        </a:p>
      </dgm:t>
    </dgm:pt>
    <dgm:pt modelId="{B579BBC2-F050-4625-AC10-63256A27A8C9}" type="parTrans" cxnId="{78F50EA9-992C-4554-AFEC-D7C850F7D58F}">
      <dgm:prSet/>
      <dgm:spPr/>
      <dgm:t>
        <a:bodyPr/>
        <a:lstStyle/>
        <a:p>
          <a:endParaRPr lang="en-US"/>
        </a:p>
      </dgm:t>
    </dgm:pt>
    <dgm:pt modelId="{3D8F5078-4C58-465E-9F99-5E96AA4A7154}" type="sibTrans" cxnId="{78F50EA9-992C-4554-AFEC-D7C850F7D58F}">
      <dgm:prSet/>
      <dgm:spPr/>
      <dgm:t>
        <a:bodyPr/>
        <a:lstStyle/>
        <a:p>
          <a:endParaRPr lang="en-US"/>
        </a:p>
      </dgm:t>
    </dgm:pt>
    <dgm:pt modelId="{4662BFA0-9478-403D-A5EB-16F50417A5EE}">
      <dgm:prSet/>
      <dgm:spPr/>
      <dgm:t>
        <a:bodyPr/>
        <a:lstStyle/>
        <a:p>
          <a:r>
            <a:rPr lang="en-US"/>
            <a:t>Improves discipline tracking and accountability.</a:t>
          </a:r>
        </a:p>
      </dgm:t>
    </dgm:pt>
    <dgm:pt modelId="{E5EA2608-C5C9-47FB-AB8C-42D10C0194D3}" type="parTrans" cxnId="{7DDBA2A2-36A6-479D-96AB-0AAF4DD5F494}">
      <dgm:prSet/>
      <dgm:spPr/>
      <dgm:t>
        <a:bodyPr/>
        <a:lstStyle/>
        <a:p>
          <a:endParaRPr lang="en-US"/>
        </a:p>
      </dgm:t>
    </dgm:pt>
    <dgm:pt modelId="{0796863F-2379-429E-A987-D4BCBDEB1698}" type="sibTrans" cxnId="{7DDBA2A2-36A6-479D-96AB-0AAF4DD5F494}">
      <dgm:prSet/>
      <dgm:spPr/>
      <dgm:t>
        <a:bodyPr/>
        <a:lstStyle/>
        <a:p>
          <a:endParaRPr lang="en-US"/>
        </a:p>
      </dgm:t>
    </dgm:pt>
    <dgm:pt modelId="{8E22EDC3-AC13-4379-9204-0067BB183359}" type="pres">
      <dgm:prSet presAssocID="{55B5A6C0-E9CD-4DDA-B7E1-85ACA31A7AC0}" presName="vert0" presStyleCnt="0">
        <dgm:presLayoutVars>
          <dgm:dir/>
          <dgm:animOne val="branch"/>
          <dgm:animLvl val="lvl"/>
        </dgm:presLayoutVars>
      </dgm:prSet>
      <dgm:spPr/>
    </dgm:pt>
    <dgm:pt modelId="{49E18080-FCC3-45E5-B368-6DF52DB17ECB}" type="pres">
      <dgm:prSet presAssocID="{7EB7F1A9-C110-4D70-A760-B18A3C7A5CC6}" presName="thickLine" presStyleLbl="alignNode1" presStyleIdx="0" presStyleCnt="5"/>
      <dgm:spPr/>
    </dgm:pt>
    <dgm:pt modelId="{DA7CC9D4-47C8-4403-87CA-42F80794E030}" type="pres">
      <dgm:prSet presAssocID="{7EB7F1A9-C110-4D70-A760-B18A3C7A5CC6}" presName="horz1" presStyleCnt="0"/>
      <dgm:spPr/>
    </dgm:pt>
    <dgm:pt modelId="{4118643F-2A5E-4201-AB8F-899EE6200DCB}" type="pres">
      <dgm:prSet presAssocID="{7EB7F1A9-C110-4D70-A760-B18A3C7A5CC6}" presName="tx1" presStyleLbl="revTx" presStyleIdx="0" presStyleCnt="5"/>
      <dgm:spPr/>
    </dgm:pt>
    <dgm:pt modelId="{14972F12-E5EB-44E2-9769-96A2CAAE1B42}" type="pres">
      <dgm:prSet presAssocID="{7EB7F1A9-C110-4D70-A760-B18A3C7A5CC6}" presName="vert1" presStyleCnt="0"/>
      <dgm:spPr/>
    </dgm:pt>
    <dgm:pt modelId="{C9FCF71E-7F42-42F8-A2DD-BB2BF087E649}" type="pres">
      <dgm:prSet presAssocID="{01110D71-3FF2-4B82-8320-6E16656F1471}" presName="thickLine" presStyleLbl="alignNode1" presStyleIdx="1" presStyleCnt="5"/>
      <dgm:spPr/>
    </dgm:pt>
    <dgm:pt modelId="{E8ACCC88-7FB1-4B45-A4F2-E39F9687DEC5}" type="pres">
      <dgm:prSet presAssocID="{01110D71-3FF2-4B82-8320-6E16656F1471}" presName="horz1" presStyleCnt="0"/>
      <dgm:spPr/>
    </dgm:pt>
    <dgm:pt modelId="{227155B2-FCBF-439E-8D52-5FA7DA42704A}" type="pres">
      <dgm:prSet presAssocID="{01110D71-3FF2-4B82-8320-6E16656F1471}" presName="tx1" presStyleLbl="revTx" presStyleIdx="1" presStyleCnt="5"/>
      <dgm:spPr/>
    </dgm:pt>
    <dgm:pt modelId="{352CEAF3-A509-4CE7-8EEC-F5CBC0119F60}" type="pres">
      <dgm:prSet presAssocID="{01110D71-3FF2-4B82-8320-6E16656F1471}" presName="vert1" presStyleCnt="0"/>
      <dgm:spPr/>
    </dgm:pt>
    <dgm:pt modelId="{A5051DD5-A1A8-41DA-BEED-A44553F70982}" type="pres">
      <dgm:prSet presAssocID="{1DCB4FFE-0C76-4AD5-A91A-DB6CC7F3E80A}" presName="thickLine" presStyleLbl="alignNode1" presStyleIdx="2" presStyleCnt="5"/>
      <dgm:spPr/>
    </dgm:pt>
    <dgm:pt modelId="{879C5B37-74EE-4F45-85A7-5F0446385688}" type="pres">
      <dgm:prSet presAssocID="{1DCB4FFE-0C76-4AD5-A91A-DB6CC7F3E80A}" presName="horz1" presStyleCnt="0"/>
      <dgm:spPr/>
    </dgm:pt>
    <dgm:pt modelId="{7373BAB1-1CAD-4A03-98A9-88D2BEA83677}" type="pres">
      <dgm:prSet presAssocID="{1DCB4FFE-0C76-4AD5-A91A-DB6CC7F3E80A}" presName="tx1" presStyleLbl="revTx" presStyleIdx="2" presStyleCnt="5"/>
      <dgm:spPr/>
    </dgm:pt>
    <dgm:pt modelId="{4D6B8354-0765-4410-BE53-ACEB8757E4A7}" type="pres">
      <dgm:prSet presAssocID="{1DCB4FFE-0C76-4AD5-A91A-DB6CC7F3E80A}" presName="vert1" presStyleCnt="0"/>
      <dgm:spPr/>
    </dgm:pt>
    <dgm:pt modelId="{F39129FA-9522-4061-AC9F-9E71BDBF2F46}" type="pres">
      <dgm:prSet presAssocID="{B0EF0152-9949-426D-B7DA-AC22A08437B4}" presName="thickLine" presStyleLbl="alignNode1" presStyleIdx="3" presStyleCnt="5"/>
      <dgm:spPr/>
    </dgm:pt>
    <dgm:pt modelId="{730DEED9-C0B9-4AED-AB8E-B74A3E952980}" type="pres">
      <dgm:prSet presAssocID="{B0EF0152-9949-426D-B7DA-AC22A08437B4}" presName="horz1" presStyleCnt="0"/>
      <dgm:spPr/>
    </dgm:pt>
    <dgm:pt modelId="{6C3FCD4D-747C-4016-80F8-E930763842EC}" type="pres">
      <dgm:prSet presAssocID="{B0EF0152-9949-426D-B7DA-AC22A08437B4}" presName="tx1" presStyleLbl="revTx" presStyleIdx="3" presStyleCnt="5"/>
      <dgm:spPr/>
    </dgm:pt>
    <dgm:pt modelId="{88F2285C-5108-4343-A969-B07A7C636F1B}" type="pres">
      <dgm:prSet presAssocID="{B0EF0152-9949-426D-B7DA-AC22A08437B4}" presName="vert1" presStyleCnt="0"/>
      <dgm:spPr/>
    </dgm:pt>
    <dgm:pt modelId="{CB45778B-B06D-4E78-953E-5834ACF93D08}" type="pres">
      <dgm:prSet presAssocID="{4662BFA0-9478-403D-A5EB-16F50417A5EE}" presName="thickLine" presStyleLbl="alignNode1" presStyleIdx="4" presStyleCnt="5"/>
      <dgm:spPr/>
    </dgm:pt>
    <dgm:pt modelId="{740FB57C-4003-4B9D-B8DC-189DA494A0AA}" type="pres">
      <dgm:prSet presAssocID="{4662BFA0-9478-403D-A5EB-16F50417A5EE}" presName="horz1" presStyleCnt="0"/>
      <dgm:spPr/>
    </dgm:pt>
    <dgm:pt modelId="{69FC2C74-0824-415F-8D88-292FD63BBF86}" type="pres">
      <dgm:prSet presAssocID="{4662BFA0-9478-403D-A5EB-16F50417A5EE}" presName="tx1" presStyleLbl="revTx" presStyleIdx="4" presStyleCnt="5"/>
      <dgm:spPr/>
    </dgm:pt>
    <dgm:pt modelId="{CA21FB62-1CBF-4018-800D-BDC8B6506DE7}" type="pres">
      <dgm:prSet presAssocID="{4662BFA0-9478-403D-A5EB-16F50417A5EE}" presName="vert1" presStyleCnt="0"/>
      <dgm:spPr/>
    </dgm:pt>
  </dgm:ptLst>
  <dgm:cxnLst>
    <dgm:cxn modelId="{639B5113-63B9-46B7-A5F0-AF2F2018EB98}" type="presOf" srcId="{55B5A6C0-E9CD-4DDA-B7E1-85ACA31A7AC0}" destId="{8E22EDC3-AC13-4379-9204-0067BB183359}" srcOrd="0" destOrd="0" presId="urn:microsoft.com/office/officeart/2008/layout/LinedList"/>
    <dgm:cxn modelId="{1CFFAF22-8B5A-4AB6-B43A-A6D56F87EC22}" type="presOf" srcId="{1DCB4FFE-0C76-4AD5-A91A-DB6CC7F3E80A}" destId="{7373BAB1-1CAD-4A03-98A9-88D2BEA83677}" srcOrd="0" destOrd="0" presId="urn:microsoft.com/office/officeart/2008/layout/LinedList"/>
    <dgm:cxn modelId="{99A9C053-CDB4-4A77-998C-2EE659E3DBB4}" srcId="{55B5A6C0-E9CD-4DDA-B7E1-85ACA31A7AC0}" destId="{1DCB4FFE-0C76-4AD5-A91A-DB6CC7F3E80A}" srcOrd="2" destOrd="0" parTransId="{6C6D3BA4-85BB-4E89-8049-DA626B717AAF}" sibTransId="{62A8C67E-AD10-4AC3-A74D-9A9573AF72EF}"/>
    <dgm:cxn modelId="{D926267D-C884-41FE-B908-48F0473BDA56}" type="presOf" srcId="{7EB7F1A9-C110-4D70-A760-B18A3C7A5CC6}" destId="{4118643F-2A5E-4201-AB8F-899EE6200DCB}" srcOrd="0" destOrd="0" presId="urn:microsoft.com/office/officeart/2008/layout/LinedList"/>
    <dgm:cxn modelId="{BEAE4187-51AB-42E0-A2CC-77879F71E8AE}" srcId="{55B5A6C0-E9CD-4DDA-B7E1-85ACA31A7AC0}" destId="{7EB7F1A9-C110-4D70-A760-B18A3C7A5CC6}" srcOrd="0" destOrd="0" parTransId="{E772B5FF-DB46-4EA4-A016-DAD6A6CD26DC}" sibTransId="{464B156A-F8EB-4146-8021-783D4D295F61}"/>
    <dgm:cxn modelId="{7DDBA2A2-36A6-479D-96AB-0AAF4DD5F494}" srcId="{55B5A6C0-E9CD-4DDA-B7E1-85ACA31A7AC0}" destId="{4662BFA0-9478-403D-A5EB-16F50417A5EE}" srcOrd="4" destOrd="0" parTransId="{E5EA2608-C5C9-47FB-AB8C-42D10C0194D3}" sibTransId="{0796863F-2379-429E-A987-D4BCBDEB1698}"/>
    <dgm:cxn modelId="{78F50EA9-992C-4554-AFEC-D7C850F7D58F}" srcId="{55B5A6C0-E9CD-4DDA-B7E1-85ACA31A7AC0}" destId="{B0EF0152-9949-426D-B7DA-AC22A08437B4}" srcOrd="3" destOrd="0" parTransId="{B579BBC2-F050-4625-AC10-63256A27A8C9}" sibTransId="{3D8F5078-4C58-465E-9F99-5E96AA4A7154}"/>
    <dgm:cxn modelId="{03A7B4B3-B7FD-494A-86D9-9A4ABF36AB5C}" type="presOf" srcId="{4662BFA0-9478-403D-A5EB-16F50417A5EE}" destId="{69FC2C74-0824-415F-8D88-292FD63BBF86}" srcOrd="0" destOrd="0" presId="urn:microsoft.com/office/officeart/2008/layout/LinedList"/>
    <dgm:cxn modelId="{11FF75C1-6602-4170-89A5-A4831CAF4FD2}" type="presOf" srcId="{01110D71-3FF2-4B82-8320-6E16656F1471}" destId="{227155B2-FCBF-439E-8D52-5FA7DA42704A}" srcOrd="0" destOrd="0" presId="urn:microsoft.com/office/officeart/2008/layout/LinedList"/>
    <dgm:cxn modelId="{AE1F6BF5-A003-4869-8511-74C1A0D87902}" srcId="{55B5A6C0-E9CD-4DDA-B7E1-85ACA31A7AC0}" destId="{01110D71-3FF2-4B82-8320-6E16656F1471}" srcOrd="1" destOrd="0" parTransId="{F9FA569A-F68E-4CAD-BD1F-C024FF6AF7F2}" sibTransId="{8710216B-539A-45F7-8689-837F101B35F2}"/>
    <dgm:cxn modelId="{E16550FB-7E5C-403A-BCDF-EB673639CA2F}" type="presOf" srcId="{B0EF0152-9949-426D-B7DA-AC22A08437B4}" destId="{6C3FCD4D-747C-4016-80F8-E930763842EC}" srcOrd="0" destOrd="0" presId="urn:microsoft.com/office/officeart/2008/layout/LinedList"/>
    <dgm:cxn modelId="{4A40D542-D1C4-42A7-AA1C-8F455CC514E6}" type="presParOf" srcId="{8E22EDC3-AC13-4379-9204-0067BB183359}" destId="{49E18080-FCC3-45E5-B368-6DF52DB17ECB}" srcOrd="0" destOrd="0" presId="urn:microsoft.com/office/officeart/2008/layout/LinedList"/>
    <dgm:cxn modelId="{1CEAB0F0-AC4B-414E-ACFC-3C7555C6B92C}" type="presParOf" srcId="{8E22EDC3-AC13-4379-9204-0067BB183359}" destId="{DA7CC9D4-47C8-4403-87CA-42F80794E030}" srcOrd="1" destOrd="0" presId="urn:microsoft.com/office/officeart/2008/layout/LinedList"/>
    <dgm:cxn modelId="{A96F3237-3681-4EFB-9FC8-245B154AF8D8}" type="presParOf" srcId="{DA7CC9D4-47C8-4403-87CA-42F80794E030}" destId="{4118643F-2A5E-4201-AB8F-899EE6200DCB}" srcOrd="0" destOrd="0" presId="urn:microsoft.com/office/officeart/2008/layout/LinedList"/>
    <dgm:cxn modelId="{AE3B641F-5697-4586-81B4-6B97543B8D57}" type="presParOf" srcId="{DA7CC9D4-47C8-4403-87CA-42F80794E030}" destId="{14972F12-E5EB-44E2-9769-96A2CAAE1B42}" srcOrd="1" destOrd="0" presId="urn:microsoft.com/office/officeart/2008/layout/LinedList"/>
    <dgm:cxn modelId="{70B62334-011D-4533-A030-E2E102006665}" type="presParOf" srcId="{8E22EDC3-AC13-4379-9204-0067BB183359}" destId="{C9FCF71E-7F42-42F8-A2DD-BB2BF087E649}" srcOrd="2" destOrd="0" presId="urn:microsoft.com/office/officeart/2008/layout/LinedList"/>
    <dgm:cxn modelId="{527FE53A-7AEC-48C3-9673-AC5327E47BDD}" type="presParOf" srcId="{8E22EDC3-AC13-4379-9204-0067BB183359}" destId="{E8ACCC88-7FB1-4B45-A4F2-E39F9687DEC5}" srcOrd="3" destOrd="0" presId="urn:microsoft.com/office/officeart/2008/layout/LinedList"/>
    <dgm:cxn modelId="{86E48F91-A246-4E7E-84C3-3DA0F02A59D9}" type="presParOf" srcId="{E8ACCC88-7FB1-4B45-A4F2-E39F9687DEC5}" destId="{227155B2-FCBF-439E-8D52-5FA7DA42704A}" srcOrd="0" destOrd="0" presId="urn:microsoft.com/office/officeart/2008/layout/LinedList"/>
    <dgm:cxn modelId="{B9F5B78F-C8CA-4FA5-B4E1-F3A45AE0186D}" type="presParOf" srcId="{E8ACCC88-7FB1-4B45-A4F2-E39F9687DEC5}" destId="{352CEAF3-A509-4CE7-8EEC-F5CBC0119F60}" srcOrd="1" destOrd="0" presId="urn:microsoft.com/office/officeart/2008/layout/LinedList"/>
    <dgm:cxn modelId="{89D5D6AF-0CED-40B7-A7F5-AC6D6339CD84}" type="presParOf" srcId="{8E22EDC3-AC13-4379-9204-0067BB183359}" destId="{A5051DD5-A1A8-41DA-BEED-A44553F70982}" srcOrd="4" destOrd="0" presId="urn:microsoft.com/office/officeart/2008/layout/LinedList"/>
    <dgm:cxn modelId="{7F6100A6-ABCB-4D67-A6E3-D3B8D0B928CF}" type="presParOf" srcId="{8E22EDC3-AC13-4379-9204-0067BB183359}" destId="{879C5B37-74EE-4F45-85A7-5F0446385688}" srcOrd="5" destOrd="0" presId="urn:microsoft.com/office/officeart/2008/layout/LinedList"/>
    <dgm:cxn modelId="{05EC3EFD-B347-4DC4-8CAC-3F60463D79F4}" type="presParOf" srcId="{879C5B37-74EE-4F45-85A7-5F0446385688}" destId="{7373BAB1-1CAD-4A03-98A9-88D2BEA83677}" srcOrd="0" destOrd="0" presId="urn:microsoft.com/office/officeart/2008/layout/LinedList"/>
    <dgm:cxn modelId="{5FF8DBDC-FF93-4B87-9DE7-F4443D307478}" type="presParOf" srcId="{879C5B37-74EE-4F45-85A7-5F0446385688}" destId="{4D6B8354-0765-4410-BE53-ACEB8757E4A7}" srcOrd="1" destOrd="0" presId="urn:microsoft.com/office/officeart/2008/layout/LinedList"/>
    <dgm:cxn modelId="{823A3516-3E93-4BF1-B94A-009C45FA2286}" type="presParOf" srcId="{8E22EDC3-AC13-4379-9204-0067BB183359}" destId="{F39129FA-9522-4061-AC9F-9E71BDBF2F46}" srcOrd="6" destOrd="0" presId="urn:microsoft.com/office/officeart/2008/layout/LinedList"/>
    <dgm:cxn modelId="{A79DC144-1721-4DE2-8B45-31243702757A}" type="presParOf" srcId="{8E22EDC3-AC13-4379-9204-0067BB183359}" destId="{730DEED9-C0B9-4AED-AB8E-B74A3E952980}" srcOrd="7" destOrd="0" presId="urn:microsoft.com/office/officeart/2008/layout/LinedList"/>
    <dgm:cxn modelId="{501EEAC0-49C8-483F-9DE3-D1440A79F732}" type="presParOf" srcId="{730DEED9-C0B9-4AED-AB8E-B74A3E952980}" destId="{6C3FCD4D-747C-4016-80F8-E930763842EC}" srcOrd="0" destOrd="0" presId="urn:microsoft.com/office/officeart/2008/layout/LinedList"/>
    <dgm:cxn modelId="{DFD21CF2-02BB-4458-9A08-90C652083297}" type="presParOf" srcId="{730DEED9-C0B9-4AED-AB8E-B74A3E952980}" destId="{88F2285C-5108-4343-A969-B07A7C636F1B}" srcOrd="1" destOrd="0" presId="urn:microsoft.com/office/officeart/2008/layout/LinedList"/>
    <dgm:cxn modelId="{EAD42747-BF84-43AC-83FE-3AA0D90760F3}" type="presParOf" srcId="{8E22EDC3-AC13-4379-9204-0067BB183359}" destId="{CB45778B-B06D-4E78-953E-5834ACF93D08}" srcOrd="8" destOrd="0" presId="urn:microsoft.com/office/officeart/2008/layout/LinedList"/>
    <dgm:cxn modelId="{6561F7DC-3EE6-4256-9B0A-8B6989498956}" type="presParOf" srcId="{8E22EDC3-AC13-4379-9204-0067BB183359}" destId="{740FB57C-4003-4B9D-B8DC-189DA494A0AA}" srcOrd="9" destOrd="0" presId="urn:microsoft.com/office/officeart/2008/layout/LinedList"/>
    <dgm:cxn modelId="{DDAAD3D7-4B50-4AE7-B895-601185480FFA}" type="presParOf" srcId="{740FB57C-4003-4B9D-B8DC-189DA494A0AA}" destId="{69FC2C74-0824-415F-8D88-292FD63BBF86}" srcOrd="0" destOrd="0" presId="urn:microsoft.com/office/officeart/2008/layout/LinedList"/>
    <dgm:cxn modelId="{260C16C2-0378-4C52-B62A-7CA70C06E0E5}" type="presParOf" srcId="{740FB57C-4003-4B9D-B8DC-189DA494A0AA}" destId="{CA21FB62-1CBF-4018-800D-BDC8B6506DE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1B6ED1-7E42-46B0-9FC9-1B4DD161860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6EF4665-540F-42A6-A89C-2D01C2BECA46}">
      <dgm:prSet/>
      <dgm:spPr/>
      <dgm:t>
        <a:bodyPr/>
        <a:lstStyle/>
        <a:p>
          <a:r>
            <a:rPr lang="en-US" dirty="0"/>
            <a:t>Built with a team of three members.</a:t>
          </a:r>
        </a:p>
      </dgm:t>
    </dgm:pt>
    <dgm:pt modelId="{3122CFB4-6D63-40C5-AE4E-C3369ECE4811}" type="parTrans" cxnId="{E6FF5697-7A96-42D4-92EF-F63187B9925C}">
      <dgm:prSet/>
      <dgm:spPr/>
      <dgm:t>
        <a:bodyPr/>
        <a:lstStyle/>
        <a:p>
          <a:endParaRPr lang="en-US"/>
        </a:p>
      </dgm:t>
    </dgm:pt>
    <dgm:pt modelId="{4D7E24DF-C013-477C-A706-1FAB2FFEABB6}" type="sibTrans" cxnId="{E6FF5697-7A96-42D4-92EF-F63187B9925C}">
      <dgm:prSet/>
      <dgm:spPr/>
      <dgm:t>
        <a:bodyPr/>
        <a:lstStyle/>
        <a:p>
          <a:endParaRPr lang="en-US"/>
        </a:p>
      </dgm:t>
    </dgm:pt>
    <dgm:pt modelId="{57DEE00A-AC34-4128-9FA9-038AE028EED8}">
      <dgm:prSet/>
      <dgm:spPr/>
      <dgm:t>
        <a:bodyPr/>
        <a:lstStyle/>
        <a:p>
          <a:r>
            <a:rPr lang="en-US"/>
            <a:t>Reflects our technical and problem-solving skills.</a:t>
          </a:r>
        </a:p>
      </dgm:t>
    </dgm:pt>
    <dgm:pt modelId="{F53EEA26-71AA-4268-B8C6-AF625FEE138B}" type="parTrans" cxnId="{D02C4AAD-8FD9-403B-90A4-22768157D104}">
      <dgm:prSet/>
      <dgm:spPr/>
      <dgm:t>
        <a:bodyPr/>
        <a:lstStyle/>
        <a:p>
          <a:endParaRPr lang="en-US"/>
        </a:p>
      </dgm:t>
    </dgm:pt>
    <dgm:pt modelId="{1B78538A-3637-4668-BA96-97B5324A0F2E}" type="sibTrans" cxnId="{D02C4AAD-8FD9-403B-90A4-22768157D104}">
      <dgm:prSet/>
      <dgm:spPr/>
      <dgm:t>
        <a:bodyPr/>
        <a:lstStyle/>
        <a:p>
          <a:endParaRPr lang="en-US"/>
        </a:p>
      </dgm:t>
    </dgm:pt>
    <dgm:pt modelId="{59A0FFB3-809F-48AF-83C6-2C2E661D4709}">
      <dgm:prSet/>
      <dgm:spPr/>
      <dgm:t>
        <a:bodyPr/>
        <a:lstStyle/>
        <a:p>
          <a:r>
            <a:rPr lang="en-US"/>
            <a:t>User-friendly and secure system.</a:t>
          </a:r>
        </a:p>
      </dgm:t>
    </dgm:pt>
    <dgm:pt modelId="{21466DE0-25F7-43A1-92E2-1F3A00A058E2}" type="parTrans" cxnId="{7E62792C-F176-40B2-93F1-293771FA5A1B}">
      <dgm:prSet/>
      <dgm:spPr/>
      <dgm:t>
        <a:bodyPr/>
        <a:lstStyle/>
        <a:p>
          <a:endParaRPr lang="en-US"/>
        </a:p>
      </dgm:t>
    </dgm:pt>
    <dgm:pt modelId="{019EDB59-D9AC-4957-9346-1F95692045E2}" type="sibTrans" cxnId="{7E62792C-F176-40B2-93F1-293771FA5A1B}">
      <dgm:prSet/>
      <dgm:spPr/>
      <dgm:t>
        <a:bodyPr/>
        <a:lstStyle/>
        <a:p>
          <a:endParaRPr lang="en-US"/>
        </a:p>
      </dgm:t>
    </dgm:pt>
    <dgm:pt modelId="{6353217B-DF8F-45F5-B53D-F2A4297CEE48}">
      <dgm:prSet/>
      <dgm:spPr/>
      <dgm:t>
        <a:bodyPr/>
        <a:lstStyle/>
        <a:p>
          <a:r>
            <a:rPr lang="en-US" dirty="0"/>
            <a:t>Ready to scale as a real-time discipline tracking tool.</a:t>
          </a:r>
        </a:p>
      </dgm:t>
    </dgm:pt>
    <dgm:pt modelId="{D0AFABF7-A904-4644-8516-F63EC056839C}" type="parTrans" cxnId="{EC686462-D8E1-41EE-89A4-70947AEE55BF}">
      <dgm:prSet/>
      <dgm:spPr/>
      <dgm:t>
        <a:bodyPr/>
        <a:lstStyle/>
        <a:p>
          <a:endParaRPr lang="en-US"/>
        </a:p>
      </dgm:t>
    </dgm:pt>
    <dgm:pt modelId="{1DBAFFFC-385D-47A1-8BDA-354E89919517}" type="sibTrans" cxnId="{EC686462-D8E1-41EE-89A4-70947AEE55BF}">
      <dgm:prSet/>
      <dgm:spPr/>
      <dgm:t>
        <a:bodyPr/>
        <a:lstStyle/>
        <a:p>
          <a:endParaRPr lang="en-US"/>
        </a:p>
      </dgm:t>
    </dgm:pt>
    <dgm:pt modelId="{A34D0C4B-865C-4683-891C-12870EEBD6F4}" type="pres">
      <dgm:prSet presAssocID="{C71B6ED1-7E42-46B0-9FC9-1B4DD1618600}" presName="root" presStyleCnt="0">
        <dgm:presLayoutVars>
          <dgm:dir/>
          <dgm:resizeHandles val="exact"/>
        </dgm:presLayoutVars>
      </dgm:prSet>
      <dgm:spPr/>
    </dgm:pt>
    <dgm:pt modelId="{40183F96-6A61-4B3C-BDF5-2DA047ED6996}" type="pres">
      <dgm:prSet presAssocID="{96EF4665-540F-42A6-A89C-2D01C2BECA46}" presName="compNode" presStyleCnt="0"/>
      <dgm:spPr/>
    </dgm:pt>
    <dgm:pt modelId="{0D5CFD5C-A36F-4CC2-BE17-C38E22623F84}" type="pres">
      <dgm:prSet presAssocID="{96EF4665-540F-42A6-A89C-2D01C2BECA46}" presName="bgRect" presStyleLbl="bgShp" presStyleIdx="0" presStyleCnt="4" custLinFactNeighborX="921" custLinFactNeighborY="6939"/>
      <dgm:spPr/>
    </dgm:pt>
    <dgm:pt modelId="{BCFA13E7-2BCA-435D-BB0A-4C7B9215459C}" type="pres">
      <dgm:prSet presAssocID="{96EF4665-540F-42A6-A89C-2D01C2BECA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9874175-D934-458F-A51C-C77CB7EC00E1}" type="pres">
      <dgm:prSet presAssocID="{96EF4665-540F-42A6-A89C-2D01C2BECA46}" presName="spaceRect" presStyleCnt="0"/>
      <dgm:spPr/>
    </dgm:pt>
    <dgm:pt modelId="{CFF04755-D2A4-4AFA-93D8-F176A26DA56B}" type="pres">
      <dgm:prSet presAssocID="{96EF4665-540F-42A6-A89C-2D01C2BECA46}" presName="parTx" presStyleLbl="revTx" presStyleIdx="0" presStyleCnt="4">
        <dgm:presLayoutVars>
          <dgm:chMax val="0"/>
          <dgm:chPref val="0"/>
        </dgm:presLayoutVars>
      </dgm:prSet>
      <dgm:spPr/>
    </dgm:pt>
    <dgm:pt modelId="{E8DC7A46-11F8-4BDA-A313-65EFB90AE2CB}" type="pres">
      <dgm:prSet presAssocID="{4D7E24DF-C013-477C-A706-1FAB2FFEABB6}" presName="sibTrans" presStyleCnt="0"/>
      <dgm:spPr/>
    </dgm:pt>
    <dgm:pt modelId="{63A1283A-520E-4152-8726-6B16DCEC3454}" type="pres">
      <dgm:prSet presAssocID="{57DEE00A-AC34-4128-9FA9-038AE028EED8}" presName="compNode" presStyleCnt="0"/>
      <dgm:spPr/>
    </dgm:pt>
    <dgm:pt modelId="{F31C4D34-4573-41EE-B73B-2EE568D3DEC1}" type="pres">
      <dgm:prSet presAssocID="{57DEE00A-AC34-4128-9FA9-038AE028EED8}" presName="bgRect" presStyleLbl="bgShp" presStyleIdx="1" presStyleCnt="4"/>
      <dgm:spPr/>
    </dgm:pt>
    <dgm:pt modelId="{6B379084-6775-4526-B41E-6650CFE12BC6}" type="pres">
      <dgm:prSet presAssocID="{57DEE00A-AC34-4128-9FA9-038AE028EE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D4E223B-693D-4608-840C-DFBEADC381B0}" type="pres">
      <dgm:prSet presAssocID="{57DEE00A-AC34-4128-9FA9-038AE028EED8}" presName="spaceRect" presStyleCnt="0"/>
      <dgm:spPr/>
    </dgm:pt>
    <dgm:pt modelId="{835E158C-AB43-4F7B-B0C7-30A4F6880155}" type="pres">
      <dgm:prSet presAssocID="{57DEE00A-AC34-4128-9FA9-038AE028EED8}" presName="parTx" presStyleLbl="revTx" presStyleIdx="1" presStyleCnt="4">
        <dgm:presLayoutVars>
          <dgm:chMax val="0"/>
          <dgm:chPref val="0"/>
        </dgm:presLayoutVars>
      </dgm:prSet>
      <dgm:spPr/>
    </dgm:pt>
    <dgm:pt modelId="{B0A861F4-A436-40F8-BC38-433E67B9390C}" type="pres">
      <dgm:prSet presAssocID="{1B78538A-3637-4668-BA96-97B5324A0F2E}" presName="sibTrans" presStyleCnt="0"/>
      <dgm:spPr/>
    </dgm:pt>
    <dgm:pt modelId="{5E8C272A-5D57-4199-868E-23608FF85254}" type="pres">
      <dgm:prSet presAssocID="{59A0FFB3-809F-48AF-83C6-2C2E661D4709}" presName="compNode" presStyleCnt="0"/>
      <dgm:spPr/>
    </dgm:pt>
    <dgm:pt modelId="{EAF46FB9-CA2E-4F55-9E9B-4F8E11E321BA}" type="pres">
      <dgm:prSet presAssocID="{59A0FFB3-809F-48AF-83C6-2C2E661D4709}" presName="bgRect" presStyleLbl="bgShp" presStyleIdx="2" presStyleCnt="4"/>
      <dgm:spPr/>
    </dgm:pt>
    <dgm:pt modelId="{4AFEBA02-B08E-4C08-890C-B259526B1B1D}" type="pres">
      <dgm:prSet presAssocID="{59A0FFB3-809F-48AF-83C6-2C2E661D47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9840DD1-C234-435A-9D99-F08B3C3CB0AA}" type="pres">
      <dgm:prSet presAssocID="{59A0FFB3-809F-48AF-83C6-2C2E661D4709}" presName="spaceRect" presStyleCnt="0"/>
      <dgm:spPr/>
    </dgm:pt>
    <dgm:pt modelId="{4EB673FB-AF26-48D2-ABFE-BE7927F05E0D}" type="pres">
      <dgm:prSet presAssocID="{59A0FFB3-809F-48AF-83C6-2C2E661D4709}" presName="parTx" presStyleLbl="revTx" presStyleIdx="2" presStyleCnt="4">
        <dgm:presLayoutVars>
          <dgm:chMax val="0"/>
          <dgm:chPref val="0"/>
        </dgm:presLayoutVars>
      </dgm:prSet>
      <dgm:spPr/>
    </dgm:pt>
    <dgm:pt modelId="{591B9808-ACDC-414B-83D3-C5D41BD2D3F2}" type="pres">
      <dgm:prSet presAssocID="{019EDB59-D9AC-4957-9346-1F95692045E2}" presName="sibTrans" presStyleCnt="0"/>
      <dgm:spPr/>
    </dgm:pt>
    <dgm:pt modelId="{671D50A8-10B5-41A6-BD94-017899956136}" type="pres">
      <dgm:prSet presAssocID="{6353217B-DF8F-45F5-B53D-F2A4297CEE48}" presName="compNode" presStyleCnt="0"/>
      <dgm:spPr/>
    </dgm:pt>
    <dgm:pt modelId="{EB42566A-07E9-4675-AF68-53F6E3E19E9D}" type="pres">
      <dgm:prSet presAssocID="{6353217B-DF8F-45F5-B53D-F2A4297CEE48}" presName="bgRect" presStyleLbl="bgShp" presStyleIdx="3" presStyleCnt="4"/>
      <dgm:spPr/>
    </dgm:pt>
    <dgm:pt modelId="{6B31F264-B520-4A9D-92C3-DF3120C8DFCF}" type="pres">
      <dgm:prSet presAssocID="{6353217B-DF8F-45F5-B53D-F2A4297CEE4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DED6FCD-1342-4853-AF0B-EBC2B25AEF81}" type="pres">
      <dgm:prSet presAssocID="{6353217B-DF8F-45F5-B53D-F2A4297CEE48}" presName="spaceRect" presStyleCnt="0"/>
      <dgm:spPr/>
    </dgm:pt>
    <dgm:pt modelId="{7F205995-2D5B-470B-A853-3905E4744359}" type="pres">
      <dgm:prSet presAssocID="{6353217B-DF8F-45F5-B53D-F2A4297CEE4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1E50C21-3E2D-463A-9CC5-69E89FD15F6F}" type="presOf" srcId="{96EF4665-540F-42A6-A89C-2D01C2BECA46}" destId="{CFF04755-D2A4-4AFA-93D8-F176A26DA56B}" srcOrd="0" destOrd="0" presId="urn:microsoft.com/office/officeart/2018/2/layout/IconVerticalSolidList"/>
    <dgm:cxn modelId="{7E62792C-F176-40B2-93F1-293771FA5A1B}" srcId="{C71B6ED1-7E42-46B0-9FC9-1B4DD1618600}" destId="{59A0FFB3-809F-48AF-83C6-2C2E661D4709}" srcOrd="2" destOrd="0" parTransId="{21466DE0-25F7-43A1-92E2-1F3A00A058E2}" sibTransId="{019EDB59-D9AC-4957-9346-1F95692045E2}"/>
    <dgm:cxn modelId="{EC686462-D8E1-41EE-89A4-70947AEE55BF}" srcId="{C71B6ED1-7E42-46B0-9FC9-1B4DD1618600}" destId="{6353217B-DF8F-45F5-B53D-F2A4297CEE48}" srcOrd="3" destOrd="0" parTransId="{D0AFABF7-A904-4644-8516-F63EC056839C}" sibTransId="{1DBAFFFC-385D-47A1-8BDA-354E89919517}"/>
    <dgm:cxn modelId="{E6FF5697-7A96-42D4-92EF-F63187B9925C}" srcId="{C71B6ED1-7E42-46B0-9FC9-1B4DD1618600}" destId="{96EF4665-540F-42A6-A89C-2D01C2BECA46}" srcOrd="0" destOrd="0" parTransId="{3122CFB4-6D63-40C5-AE4E-C3369ECE4811}" sibTransId="{4D7E24DF-C013-477C-A706-1FAB2FFEABB6}"/>
    <dgm:cxn modelId="{D02C4AAD-8FD9-403B-90A4-22768157D104}" srcId="{C71B6ED1-7E42-46B0-9FC9-1B4DD1618600}" destId="{57DEE00A-AC34-4128-9FA9-038AE028EED8}" srcOrd="1" destOrd="0" parTransId="{F53EEA26-71AA-4268-B8C6-AF625FEE138B}" sibTransId="{1B78538A-3637-4668-BA96-97B5324A0F2E}"/>
    <dgm:cxn modelId="{6AB187B9-D82F-49B2-B492-AAE52856F559}" type="presOf" srcId="{59A0FFB3-809F-48AF-83C6-2C2E661D4709}" destId="{4EB673FB-AF26-48D2-ABFE-BE7927F05E0D}" srcOrd="0" destOrd="0" presId="urn:microsoft.com/office/officeart/2018/2/layout/IconVerticalSolidList"/>
    <dgm:cxn modelId="{F57E81CD-E829-4309-95DF-473B9ABC561E}" type="presOf" srcId="{6353217B-DF8F-45F5-B53D-F2A4297CEE48}" destId="{7F205995-2D5B-470B-A853-3905E4744359}" srcOrd="0" destOrd="0" presId="urn:microsoft.com/office/officeart/2018/2/layout/IconVerticalSolidList"/>
    <dgm:cxn modelId="{74B035EE-EF38-4634-AE88-D2C160DF76AC}" type="presOf" srcId="{57DEE00A-AC34-4128-9FA9-038AE028EED8}" destId="{835E158C-AB43-4F7B-B0C7-30A4F6880155}" srcOrd="0" destOrd="0" presId="urn:microsoft.com/office/officeart/2018/2/layout/IconVerticalSolidList"/>
    <dgm:cxn modelId="{B35272F7-55DD-4C3E-BADA-3F428FF244C1}" type="presOf" srcId="{C71B6ED1-7E42-46B0-9FC9-1B4DD1618600}" destId="{A34D0C4B-865C-4683-891C-12870EEBD6F4}" srcOrd="0" destOrd="0" presId="urn:microsoft.com/office/officeart/2018/2/layout/IconVerticalSolidList"/>
    <dgm:cxn modelId="{105E466A-2A18-4B7B-90F0-385441C3A811}" type="presParOf" srcId="{A34D0C4B-865C-4683-891C-12870EEBD6F4}" destId="{40183F96-6A61-4B3C-BDF5-2DA047ED6996}" srcOrd="0" destOrd="0" presId="urn:microsoft.com/office/officeart/2018/2/layout/IconVerticalSolidList"/>
    <dgm:cxn modelId="{7D4FED09-F38E-4BA7-A2E7-F36FB20D73BB}" type="presParOf" srcId="{40183F96-6A61-4B3C-BDF5-2DA047ED6996}" destId="{0D5CFD5C-A36F-4CC2-BE17-C38E22623F84}" srcOrd="0" destOrd="0" presId="urn:microsoft.com/office/officeart/2018/2/layout/IconVerticalSolidList"/>
    <dgm:cxn modelId="{24978487-CDE2-42B0-BA2A-E4CC7E7876F4}" type="presParOf" srcId="{40183F96-6A61-4B3C-BDF5-2DA047ED6996}" destId="{BCFA13E7-2BCA-435D-BB0A-4C7B9215459C}" srcOrd="1" destOrd="0" presId="urn:microsoft.com/office/officeart/2018/2/layout/IconVerticalSolidList"/>
    <dgm:cxn modelId="{009A83B4-F403-486E-AB1B-B6EB50A55483}" type="presParOf" srcId="{40183F96-6A61-4B3C-BDF5-2DA047ED6996}" destId="{79874175-D934-458F-A51C-C77CB7EC00E1}" srcOrd="2" destOrd="0" presId="urn:microsoft.com/office/officeart/2018/2/layout/IconVerticalSolidList"/>
    <dgm:cxn modelId="{E9280287-C476-4DD9-A021-0294EB769191}" type="presParOf" srcId="{40183F96-6A61-4B3C-BDF5-2DA047ED6996}" destId="{CFF04755-D2A4-4AFA-93D8-F176A26DA56B}" srcOrd="3" destOrd="0" presId="urn:microsoft.com/office/officeart/2018/2/layout/IconVerticalSolidList"/>
    <dgm:cxn modelId="{A2CD4830-7341-4F28-B3E4-C2A5ABE2C2F8}" type="presParOf" srcId="{A34D0C4B-865C-4683-891C-12870EEBD6F4}" destId="{E8DC7A46-11F8-4BDA-A313-65EFB90AE2CB}" srcOrd="1" destOrd="0" presId="urn:microsoft.com/office/officeart/2018/2/layout/IconVerticalSolidList"/>
    <dgm:cxn modelId="{BA62E04C-EAD5-45AD-A80F-9B7356A9193F}" type="presParOf" srcId="{A34D0C4B-865C-4683-891C-12870EEBD6F4}" destId="{63A1283A-520E-4152-8726-6B16DCEC3454}" srcOrd="2" destOrd="0" presId="urn:microsoft.com/office/officeart/2018/2/layout/IconVerticalSolidList"/>
    <dgm:cxn modelId="{61F72767-1101-464C-B534-371AA9324EC8}" type="presParOf" srcId="{63A1283A-520E-4152-8726-6B16DCEC3454}" destId="{F31C4D34-4573-41EE-B73B-2EE568D3DEC1}" srcOrd="0" destOrd="0" presId="urn:microsoft.com/office/officeart/2018/2/layout/IconVerticalSolidList"/>
    <dgm:cxn modelId="{7DADE3DA-21EA-4542-8CB3-39A261A66F72}" type="presParOf" srcId="{63A1283A-520E-4152-8726-6B16DCEC3454}" destId="{6B379084-6775-4526-B41E-6650CFE12BC6}" srcOrd="1" destOrd="0" presId="urn:microsoft.com/office/officeart/2018/2/layout/IconVerticalSolidList"/>
    <dgm:cxn modelId="{47881F1D-1BF3-43C1-93CF-E886ACE82317}" type="presParOf" srcId="{63A1283A-520E-4152-8726-6B16DCEC3454}" destId="{3D4E223B-693D-4608-840C-DFBEADC381B0}" srcOrd="2" destOrd="0" presId="urn:microsoft.com/office/officeart/2018/2/layout/IconVerticalSolidList"/>
    <dgm:cxn modelId="{6AC9C327-ADB2-4C64-9714-9F3E63395A54}" type="presParOf" srcId="{63A1283A-520E-4152-8726-6B16DCEC3454}" destId="{835E158C-AB43-4F7B-B0C7-30A4F6880155}" srcOrd="3" destOrd="0" presId="urn:microsoft.com/office/officeart/2018/2/layout/IconVerticalSolidList"/>
    <dgm:cxn modelId="{C95DB290-3434-4328-A685-862D50F3FD1C}" type="presParOf" srcId="{A34D0C4B-865C-4683-891C-12870EEBD6F4}" destId="{B0A861F4-A436-40F8-BC38-433E67B9390C}" srcOrd="3" destOrd="0" presId="urn:microsoft.com/office/officeart/2018/2/layout/IconVerticalSolidList"/>
    <dgm:cxn modelId="{21634E48-D591-48ED-96E0-82B31B1E7E4A}" type="presParOf" srcId="{A34D0C4B-865C-4683-891C-12870EEBD6F4}" destId="{5E8C272A-5D57-4199-868E-23608FF85254}" srcOrd="4" destOrd="0" presId="urn:microsoft.com/office/officeart/2018/2/layout/IconVerticalSolidList"/>
    <dgm:cxn modelId="{FFC3A365-D5B7-41DE-B476-44E432414AA5}" type="presParOf" srcId="{5E8C272A-5D57-4199-868E-23608FF85254}" destId="{EAF46FB9-CA2E-4F55-9E9B-4F8E11E321BA}" srcOrd="0" destOrd="0" presId="urn:microsoft.com/office/officeart/2018/2/layout/IconVerticalSolidList"/>
    <dgm:cxn modelId="{7856516D-DA60-4CEE-902F-E35C85658783}" type="presParOf" srcId="{5E8C272A-5D57-4199-868E-23608FF85254}" destId="{4AFEBA02-B08E-4C08-890C-B259526B1B1D}" srcOrd="1" destOrd="0" presId="urn:microsoft.com/office/officeart/2018/2/layout/IconVerticalSolidList"/>
    <dgm:cxn modelId="{32663789-8237-48B5-90C1-E15832166B73}" type="presParOf" srcId="{5E8C272A-5D57-4199-868E-23608FF85254}" destId="{19840DD1-C234-435A-9D99-F08B3C3CB0AA}" srcOrd="2" destOrd="0" presId="urn:microsoft.com/office/officeart/2018/2/layout/IconVerticalSolidList"/>
    <dgm:cxn modelId="{F3EDE32E-FB6F-477D-88A9-9A5981F593C1}" type="presParOf" srcId="{5E8C272A-5D57-4199-868E-23608FF85254}" destId="{4EB673FB-AF26-48D2-ABFE-BE7927F05E0D}" srcOrd="3" destOrd="0" presId="urn:microsoft.com/office/officeart/2018/2/layout/IconVerticalSolidList"/>
    <dgm:cxn modelId="{7B80943B-28AE-4BC5-9A19-9AED20A62532}" type="presParOf" srcId="{A34D0C4B-865C-4683-891C-12870EEBD6F4}" destId="{591B9808-ACDC-414B-83D3-C5D41BD2D3F2}" srcOrd="5" destOrd="0" presId="urn:microsoft.com/office/officeart/2018/2/layout/IconVerticalSolidList"/>
    <dgm:cxn modelId="{C8ACD92C-B7BB-4BE9-B647-09010F4A7763}" type="presParOf" srcId="{A34D0C4B-865C-4683-891C-12870EEBD6F4}" destId="{671D50A8-10B5-41A6-BD94-017899956136}" srcOrd="6" destOrd="0" presId="urn:microsoft.com/office/officeart/2018/2/layout/IconVerticalSolidList"/>
    <dgm:cxn modelId="{690F5102-E368-4A3A-A216-017B6402A0AD}" type="presParOf" srcId="{671D50A8-10B5-41A6-BD94-017899956136}" destId="{EB42566A-07E9-4675-AF68-53F6E3E19E9D}" srcOrd="0" destOrd="0" presId="urn:microsoft.com/office/officeart/2018/2/layout/IconVerticalSolidList"/>
    <dgm:cxn modelId="{A3576186-4780-41DA-994B-0BAFE86DA6E4}" type="presParOf" srcId="{671D50A8-10B5-41A6-BD94-017899956136}" destId="{6B31F264-B520-4A9D-92C3-DF3120C8DFCF}" srcOrd="1" destOrd="0" presId="urn:microsoft.com/office/officeart/2018/2/layout/IconVerticalSolidList"/>
    <dgm:cxn modelId="{A1AC2A9A-605F-4981-B64E-3604763C9B66}" type="presParOf" srcId="{671D50A8-10B5-41A6-BD94-017899956136}" destId="{6DED6FCD-1342-4853-AF0B-EBC2B25AEF81}" srcOrd="2" destOrd="0" presId="urn:microsoft.com/office/officeart/2018/2/layout/IconVerticalSolidList"/>
    <dgm:cxn modelId="{E9224C55-BF0B-4865-A326-E94533E168A7}" type="presParOf" srcId="{671D50A8-10B5-41A6-BD94-017899956136}" destId="{7F205995-2D5B-470B-A853-3905E474435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F9830E-53A0-4BAF-B0CF-8EA54198D81E}">
      <dsp:nvSpPr>
        <dsp:cNvPr id="0" name=""/>
        <dsp:cNvSpPr/>
      </dsp:nvSpPr>
      <dsp:spPr>
        <a:xfrm>
          <a:off x="0" y="3"/>
          <a:ext cx="7530128" cy="766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18F0A1-D60D-4DE8-8B27-9AA0EE81C9CD}">
      <dsp:nvSpPr>
        <dsp:cNvPr id="0" name=""/>
        <dsp:cNvSpPr/>
      </dsp:nvSpPr>
      <dsp:spPr>
        <a:xfrm>
          <a:off x="231907" y="176092"/>
          <a:ext cx="421650" cy="421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A67D8-474E-4A41-A91F-67A166E09280}">
      <dsp:nvSpPr>
        <dsp:cNvPr id="0" name=""/>
        <dsp:cNvSpPr/>
      </dsp:nvSpPr>
      <dsp:spPr>
        <a:xfrm>
          <a:off x="885465" y="3599"/>
          <a:ext cx="6644662" cy="766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6" tIns="81136" rIns="81136" bIns="811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Project Title: </a:t>
          </a:r>
          <a:r>
            <a:rPr lang="en-US" sz="1900" kern="1200"/>
            <a:t>Defaulter Tracking System</a:t>
          </a:r>
        </a:p>
      </dsp:txBody>
      <dsp:txXfrm>
        <a:off x="885465" y="3599"/>
        <a:ext cx="6644662" cy="766636"/>
      </dsp:txXfrm>
    </dsp:sp>
    <dsp:sp modelId="{BFA57274-5A57-4D72-A1A5-6EB1AFB0F13F}">
      <dsp:nvSpPr>
        <dsp:cNvPr id="0" name=""/>
        <dsp:cNvSpPr/>
      </dsp:nvSpPr>
      <dsp:spPr>
        <a:xfrm>
          <a:off x="0" y="961895"/>
          <a:ext cx="7530128" cy="766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AD5DB-9392-4EC8-A18F-AB093927DEB5}">
      <dsp:nvSpPr>
        <dsp:cNvPr id="0" name=""/>
        <dsp:cNvSpPr/>
      </dsp:nvSpPr>
      <dsp:spPr>
        <a:xfrm>
          <a:off x="231907" y="1134388"/>
          <a:ext cx="421650" cy="421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CF1C6-F021-4167-9E8C-7C7D44945749}">
      <dsp:nvSpPr>
        <dsp:cNvPr id="0" name=""/>
        <dsp:cNvSpPr/>
      </dsp:nvSpPr>
      <dsp:spPr>
        <a:xfrm>
          <a:off x="885465" y="961895"/>
          <a:ext cx="6644662" cy="766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6" tIns="81136" rIns="81136" bIns="811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Developed by a team of three members, including myself.</a:t>
          </a:r>
        </a:p>
      </dsp:txBody>
      <dsp:txXfrm>
        <a:off x="885465" y="961895"/>
        <a:ext cx="6644662" cy="766636"/>
      </dsp:txXfrm>
    </dsp:sp>
    <dsp:sp modelId="{BD0C74BB-ECD5-43B6-BEBD-1CCEEA8A3971}">
      <dsp:nvSpPr>
        <dsp:cNvPr id="0" name=""/>
        <dsp:cNvSpPr/>
      </dsp:nvSpPr>
      <dsp:spPr>
        <a:xfrm>
          <a:off x="0" y="1920191"/>
          <a:ext cx="7530128" cy="766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2832F-4468-4C57-B79A-8A787CAB0135}">
      <dsp:nvSpPr>
        <dsp:cNvPr id="0" name=""/>
        <dsp:cNvSpPr/>
      </dsp:nvSpPr>
      <dsp:spPr>
        <a:xfrm>
          <a:off x="231907" y="2092684"/>
          <a:ext cx="421650" cy="421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A92F0-DBCB-4E5E-90D5-F249E52CCE0A}">
      <dsp:nvSpPr>
        <dsp:cNvPr id="0" name=""/>
        <dsp:cNvSpPr/>
      </dsp:nvSpPr>
      <dsp:spPr>
        <a:xfrm>
          <a:off x="885465" y="1920191"/>
          <a:ext cx="6644662" cy="766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6" tIns="81136" rIns="81136" bIns="811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Helps track student defaulters like latecomers and dress code violations.</a:t>
          </a:r>
        </a:p>
      </dsp:txBody>
      <dsp:txXfrm>
        <a:off x="885465" y="1920191"/>
        <a:ext cx="6644662" cy="766636"/>
      </dsp:txXfrm>
    </dsp:sp>
    <dsp:sp modelId="{9AA570E6-DDBC-4AA2-BB8F-73FDF3CD27A2}">
      <dsp:nvSpPr>
        <dsp:cNvPr id="0" name=""/>
        <dsp:cNvSpPr/>
      </dsp:nvSpPr>
      <dsp:spPr>
        <a:xfrm>
          <a:off x="0" y="2878487"/>
          <a:ext cx="7530128" cy="766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B1A445-63BD-45BB-87B6-CC48AC910B0D}">
      <dsp:nvSpPr>
        <dsp:cNvPr id="0" name=""/>
        <dsp:cNvSpPr/>
      </dsp:nvSpPr>
      <dsp:spPr>
        <a:xfrm>
          <a:off x="231907" y="3050980"/>
          <a:ext cx="421650" cy="421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F24C8A-CE83-4070-B30D-21F1A08A7826}">
      <dsp:nvSpPr>
        <dsp:cNvPr id="0" name=""/>
        <dsp:cNvSpPr/>
      </dsp:nvSpPr>
      <dsp:spPr>
        <a:xfrm>
          <a:off x="885465" y="2878487"/>
          <a:ext cx="6644662" cy="766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6" tIns="81136" rIns="81136" bIns="811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Role-based access for PTs, Mentors, and HODs.</a:t>
          </a:r>
        </a:p>
      </dsp:txBody>
      <dsp:txXfrm>
        <a:off x="885465" y="2878487"/>
        <a:ext cx="6644662" cy="766636"/>
      </dsp:txXfrm>
    </dsp:sp>
    <dsp:sp modelId="{93FD0A6C-44B7-4BE2-B22F-5BE009CDF5AC}">
      <dsp:nvSpPr>
        <dsp:cNvPr id="0" name=""/>
        <dsp:cNvSpPr/>
      </dsp:nvSpPr>
      <dsp:spPr>
        <a:xfrm>
          <a:off x="0" y="3836783"/>
          <a:ext cx="7530128" cy="7666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3FF060-C2CF-4E47-8B29-A7C91E626E82}">
      <dsp:nvSpPr>
        <dsp:cNvPr id="0" name=""/>
        <dsp:cNvSpPr/>
      </dsp:nvSpPr>
      <dsp:spPr>
        <a:xfrm>
          <a:off x="231907" y="4009277"/>
          <a:ext cx="421650" cy="42165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C6233E-F3B6-4E48-916B-9ECA5DB06A86}">
      <dsp:nvSpPr>
        <dsp:cNvPr id="0" name=""/>
        <dsp:cNvSpPr/>
      </dsp:nvSpPr>
      <dsp:spPr>
        <a:xfrm>
          <a:off x="885465" y="3836783"/>
          <a:ext cx="6644662" cy="766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36" tIns="81136" rIns="81136" bIns="811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Designed to make the process faster, easier, and more reliable.</a:t>
          </a:r>
        </a:p>
      </dsp:txBody>
      <dsp:txXfrm>
        <a:off x="885465" y="3836783"/>
        <a:ext cx="6644662" cy="7666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7B8308-F773-46AA-9556-430290BF962E}">
      <dsp:nvSpPr>
        <dsp:cNvPr id="0" name=""/>
        <dsp:cNvSpPr/>
      </dsp:nvSpPr>
      <dsp:spPr>
        <a:xfrm>
          <a:off x="0" y="1645"/>
          <a:ext cx="6641127" cy="8340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9BB76-B836-40F7-8B4C-F18DA421EC4B}">
      <dsp:nvSpPr>
        <dsp:cNvPr id="0" name=""/>
        <dsp:cNvSpPr/>
      </dsp:nvSpPr>
      <dsp:spPr>
        <a:xfrm>
          <a:off x="252297" y="189305"/>
          <a:ext cx="458723" cy="4587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6855DD-6AF0-4200-A625-818D671E5D48}">
      <dsp:nvSpPr>
        <dsp:cNvPr id="0" name=""/>
        <dsp:cNvSpPr/>
      </dsp:nvSpPr>
      <dsp:spPr>
        <a:xfrm>
          <a:off x="963319" y="1645"/>
          <a:ext cx="5677807" cy="834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70" tIns="88270" rIns="88270" bIns="882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Frontend: </a:t>
          </a:r>
          <a:r>
            <a:rPr lang="en-US" sz="2200" kern="1200"/>
            <a:t>React.js</a:t>
          </a:r>
        </a:p>
      </dsp:txBody>
      <dsp:txXfrm>
        <a:off x="963319" y="1645"/>
        <a:ext cx="5677807" cy="834042"/>
      </dsp:txXfrm>
    </dsp:sp>
    <dsp:sp modelId="{641267D8-FFAF-43E6-BEC3-A0FF74BFB617}">
      <dsp:nvSpPr>
        <dsp:cNvPr id="0" name=""/>
        <dsp:cNvSpPr/>
      </dsp:nvSpPr>
      <dsp:spPr>
        <a:xfrm>
          <a:off x="0" y="1044198"/>
          <a:ext cx="6641127" cy="8340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EEA039-402C-4529-B5E0-426C868709E1}">
      <dsp:nvSpPr>
        <dsp:cNvPr id="0" name=""/>
        <dsp:cNvSpPr/>
      </dsp:nvSpPr>
      <dsp:spPr>
        <a:xfrm>
          <a:off x="252297" y="1231858"/>
          <a:ext cx="458723" cy="4587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799F6D-384B-4933-975C-11C44CC3FF88}">
      <dsp:nvSpPr>
        <dsp:cNvPr id="0" name=""/>
        <dsp:cNvSpPr/>
      </dsp:nvSpPr>
      <dsp:spPr>
        <a:xfrm>
          <a:off x="963319" y="1044198"/>
          <a:ext cx="5677807" cy="834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70" tIns="88270" rIns="88270" bIns="882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Backend: </a:t>
          </a:r>
          <a:r>
            <a:rPr lang="en-US" sz="2200" kern="1200"/>
            <a:t>Node.js, Express.js</a:t>
          </a:r>
        </a:p>
      </dsp:txBody>
      <dsp:txXfrm>
        <a:off x="963319" y="1044198"/>
        <a:ext cx="5677807" cy="834042"/>
      </dsp:txXfrm>
    </dsp:sp>
    <dsp:sp modelId="{1CD48179-8055-4D20-9E9C-6EF92E7C87E8}">
      <dsp:nvSpPr>
        <dsp:cNvPr id="0" name=""/>
        <dsp:cNvSpPr/>
      </dsp:nvSpPr>
      <dsp:spPr>
        <a:xfrm>
          <a:off x="0" y="2086752"/>
          <a:ext cx="6641127" cy="8340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EA6EC-67BC-4042-A602-64D11E26C8B6}">
      <dsp:nvSpPr>
        <dsp:cNvPr id="0" name=""/>
        <dsp:cNvSpPr/>
      </dsp:nvSpPr>
      <dsp:spPr>
        <a:xfrm>
          <a:off x="252297" y="2274411"/>
          <a:ext cx="458723" cy="4587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BADC5-BDB0-43DF-87A6-2AAA594FEC2D}">
      <dsp:nvSpPr>
        <dsp:cNvPr id="0" name=""/>
        <dsp:cNvSpPr/>
      </dsp:nvSpPr>
      <dsp:spPr>
        <a:xfrm>
          <a:off x="963319" y="2086752"/>
          <a:ext cx="5677807" cy="834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70" tIns="88270" rIns="88270" bIns="882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Database: </a:t>
          </a:r>
          <a:r>
            <a:rPr lang="en-US" sz="2200" kern="1200"/>
            <a:t>MongoDB (Atlas)</a:t>
          </a:r>
        </a:p>
      </dsp:txBody>
      <dsp:txXfrm>
        <a:off x="963319" y="2086752"/>
        <a:ext cx="5677807" cy="834042"/>
      </dsp:txXfrm>
    </dsp:sp>
    <dsp:sp modelId="{521F1695-F504-4588-AF70-576FC0437931}">
      <dsp:nvSpPr>
        <dsp:cNvPr id="0" name=""/>
        <dsp:cNvSpPr/>
      </dsp:nvSpPr>
      <dsp:spPr>
        <a:xfrm>
          <a:off x="0" y="3129305"/>
          <a:ext cx="6641127" cy="8340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F39B7C-7681-4384-9049-B7416E1F34A7}">
      <dsp:nvSpPr>
        <dsp:cNvPr id="0" name=""/>
        <dsp:cNvSpPr/>
      </dsp:nvSpPr>
      <dsp:spPr>
        <a:xfrm>
          <a:off x="252297" y="3316965"/>
          <a:ext cx="458723" cy="4587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342DD1-319B-406D-88F1-DBD06E9FF87B}">
      <dsp:nvSpPr>
        <dsp:cNvPr id="0" name=""/>
        <dsp:cNvSpPr/>
      </dsp:nvSpPr>
      <dsp:spPr>
        <a:xfrm>
          <a:off x="963319" y="3129305"/>
          <a:ext cx="5677807" cy="8340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270" tIns="88270" rIns="88270" bIns="882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Other Tools: </a:t>
          </a:r>
          <a:r>
            <a:rPr lang="en-US" sz="2200" kern="1200"/>
            <a:t>Git &amp; GitHub</a:t>
          </a:r>
        </a:p>
      </dsp:txBody>
      <dsp:txXfrm>
        <a:off x="963319" y="3129305"/>
        <a:ext cx="5677807" cy="8340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E18080-FCC3-45E5-B368-6DF52DB17ECB}">
      <dsp:nvSpPr>
        <dsp:cNvPr id="0" name=""/>
        <dsp:cNvSpPr/>
      </dsp:nvSpPr>
      <dsp:spPr>
        <a:xfrm>
          <a:off x="0" y="552"/>
          <a:ext cx="668003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8643F-2A5E-4201-AB8F-899EE6200DCB}">
      <dsp:nvSpPr>
        <dsp:cNvPr id="0" name=""/>
        <dsp:cNvSpPr/>
      </dsp:nvSpPr>
      <dsp:spPr>
        <a:xfrm>
          <a:off x="0" y="552"/>
          <a:ext cx="6680038" cy="905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Prevents duplicate entries and manual errors.</a:t>
          </a:r>
        </a:p>
      </dsp:txBody>
      <dsp:txXfrm>
        <a:off x="0" y="552"/>
        <a:ext cx="6680038" cy="905618"/>
      </dsp:txXfrm>
    </dsp:sp>
    <dsp:sp modelId="{C9FCF71E-7F42-42F8-A2DD-BB2BF087E649}">
      <dsp:nvSpPr>
        <dsp:cNvPr id="0" name=""/>
        <dsp:cNvSpPr/>
      </dsp:nvSpPr>
      <dsp:spPr>
        <a:xfrm>
          <a:off x="0" y="906171"/>
          <a:ext cx="6680038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7155B2-FCBF-439E-8D52-5FA7DA42704A}">
      <dsp:nvSpPr>
        <dsp:cNvPr id="0" name=""/>
        <dsp:cNvSpPr/>
      </dsp:nvSpPr>
      <dsp:spPr>
        <a:xfrm>
          <a:off x="0" y="906171"/>
          <a:ext cx="6680038" cy="905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Saves time for PTs, Mentors, and HODs.</a:t>
          </a:r>
        </a:p>
      </dsp:txBody>
      <dsp:txXfrm>
        <a:off x="0" y="906171"/>
        <a:ext cx="6680038" cy="905618"/>
      </dsp:txXfrm>
    </dsp:sp>
    <dsp:sp modelId="{A5051DD5-A1A8-41DA-BEED-A44553F70982}">
      <dsp:nvSpPr>
        <dsp:cNvPr id="0" name=""/>
        <dsp:cNvSpPr/>
      </dsp:nvSpPr>
      <dsp:spPr>
        <a:xfrm>
          <a:off x="0" y="1811789"/>
          <a:ext cx="6680038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3BAB1-1CAD-4A03-98A9-88D2BEA83677}">
      <dsp:nvSpPr>
        <dsp:cNvPr id="0" name=""/>
        <dsp:cNvSpPr/>
      </dsp:nvSpPr>
      <dsp:spPr>
        <a:xfrm>
          <a:off x="0" y="1811789"/>
          <a:ext cx="6680038" cy="905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Makes follow-ups easier and faster.</a:t>
          </a:r>
        </a:p>
      </dsp:txBody>
      <dsp:txXfrm>
        <a:off x="0" y="1811789"/>
        <a:ext cx="6680038" cy="905618"/>
      </dsp:txXfrm>
    </dsp:sp>
    <dsp:sp modelId="{F39129FA-9522-4061-AC9F-9E71BDBF2F46}">
      <dsp:nvSpPr>
        <dsp:cNvPr id="0" name=""/>
        <dsp:cNvSpPr/>
      </dsp:nvSpPr>
      <dsp:spPr>
        <a:xfrm>
          <a:off x="0" y="2717408"/>
          <a:ext cx="6680038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3FCD4D-747C-4016-80F8-E930763842EC}">
      <dsp:nvSpPr>
        <dsp:cNvPr id="0" name=""/>
        <dsp:cNvSpPr/>
      </dsp:nvSpPr>
      <dsp:spPr>
        <a:xfrm>
          <a:off x="0" y="2717408"/>
          <a:ext cx="6680038" cy="905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Reports are easy to print or send by email.</a:t>
          </a:r>
        </a:p>
      </dsp:txBody>
      <dsp:txXfrm>
        <a:off x="0" y="2717408"/>
        <a:ext cx="6680038" cy="905618"/>
      </dsp:txXfrm>
    </dsp:sp>
    <dsp:sp modelId="{CB45778B-B06D-4E78-953E-5834ACF93D08}">
      <dsp:nvSpPr>
        <dsp:cNvPr id="0" name=""/>
        <dsp:cNvSpPr/>
      </dsp:nvSpPr>
      <dsp:spPr>
        <a:xfrm>
          <a:off x="0" y="3623026"/>
          <a:ext cx="6680038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C2C74-0824-415F-8D88-292FD63BBF86}">
      <dsp:nvSpPr>
        <dsp:cNvPr id="0" name=""/>
        <dsp:cNvSpPr/>
      </dsp:nvSpPr>
      <dsp:spPr>
        <a:xfrm>
          <a:off x="0" y="3623026"/>
          <a:ext cx="6680038" cy="9056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Improves discipline tracking and accountability.</a:t>
          </a:r>
        </a:p>
      </dsp:txBody>
      <dsp:txXfrm>
        <a:off x="0" y="3623026"/>
        <a:ext cx="6680038" cy="9056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CFD5C-A36F-4CC2-BE17-C38E22623F84}">
      <dsp:nvSpPr>
        <dsp:cNvPr id="0" name=""/>
        <dsp:cNvSpPr/>
      </dsp:nvSpPr>
      <dsp:spPr>
        <a:xfrm>
          <a:off x="0" y="76458"/>
          <a:ext cx="7393941" cy="10714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FA13E7-2BCA-435D-BB0A-4C7B9215459C}">
      <dsp:nvSpPr>
        <dsp:cNvPr id="0" name=""/>
        <dsp:cNvSpPr/>
      </dsp:nvSpPr>
      <dsp:spPr>
        <a:xfrm>
          <a:off x="324100" y="243180"/>
          <a:ext cx="589272" cy="5892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04755-D2A4-4AFA-93D8-F176A26DA56B}">
      <dsp:nvSpPr>
        <dsp:cNvPr id="0" name=""/>
        <dsp:cNvSpPr/>
      </dsp:nvSpPr>
      <dsp:spPr>
        <a:xfrm>
          <a:off x="1237473" y="2113"/>
          <a:ext cx="6156467" cy="1071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390" tIns="113390" rIns="113390" bIns="1133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Built with a team of three members.</a:t>
          </a:r>
        </a:p>
      </dsp:txBody>
      <dsp:txXfrm>
        <a:off x="1237473" y="2113"/>
        <a:ext cx="6156467" cy="1071405"/>
      </dsp:txXfrm>
    </dsp:sp>
    <dsp:sp modelId="{F31C4D34-4573-41EE-B73B-2EE568D3DEC1}">
      <dsp:nvSpPr>
        <dsp:cNvPr id="0" name=""/>
        <dsp:cNvSpPr/>
      </dsp:nvSpPr>
      <dsp:spPr>
        <a:xfrm>
          <a:off x="0" y="1341370"/>
          <a:ext cx="7393941" cy="10714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79084-6775-4526-B41E-6650CFE12BC6}">
      <dsp:nvSpPr>
        <dsp:cNvPr id="0" name=""/>
        <dsp:cNvSpPr/>
      </dsp:nvSpPr>
      <dsp:spPr>
        <a:xfrm>
          <a:off x="324100" y="1582436"/>
          <a:ext cx="589272" cy="5892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E158C-AB43-4F7B-B0C7-30A4F6880155}">
      <dsp:nvSpPr>
        <dsp:cNvPr id="0" name=""/>
        <dsp:cNvSpPr/>
      </dsp:nvSpPr>
      <dsp:spPr>
        <a:xfrm>
          <a:off x="1237473" y="1341370"/>
          <a:ext cx="6156467" cy="1071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390" tIns="113390" rIns="113390" bIns="1133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Reflects our technical and problem-solving skills.</a:t>
          </a:r>
        </a:p>
      </dsp:txBody>
      <dsp:txXfrm>
        <a:off x="1237473" y="1341370"/>
        <a:ext cx="6156467" cy="1071405"/>
      </dsp:txXfrm>
    </dsp:sp>
    <dsp:sp modelId="{EAF46FB9-CA2E-4F55-9E9B-4F8E11E321BA}">
      <dsp:nvSpPr>
        <dsp:cNvPr id="0" name=""/>
        <dsp:cNvSpPr/>
      </dsp:nvSpPr>
      <dsp:spPr>
        <a:xfrm>
          <a:off x="0" y="2680627"/>
          <a:ext cx="7393941" cy="10714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EBA02-B08E-4C08-890C-B259526B1B1D}">
      <dsp:nvSpPr>
        <dsp:cNvPr id="0" name=""/>
        <dsp:cNvSpPr/>
      </dsp:nvSpPr>
      <dsp:spPr>
        <a:xfrm>
          <a:off x="324100" y="2921693"/>
          <a:ext cx="589272" cy="5892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673FB-AF26-48D2-ABFE-BE7927F05E0D}">
      <dsp:nvSpPr>
        <dsp:cNvPr id="0" name=""/>
        <dsp:cNvSpPr/>
      </dsp:nvSpPr>
      <dsp:spPr>
        <a:xfrm>
          <a:off x="1237473" y="2680627"/>
          <a:ext cx="6156467" cy="1071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390" tIns="113390" rIns="113390" bIns="1133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User-friendly and secure system.</a:t>
          </a:r>
        </a:p>
      </dsp:txBody>
      <dsp:txXfrm>
        <a:off x="1237473" y="2680627"/>
        <a:ext cx="6156467" cy="1071405"/>
      </dsp:txXfrm>
    </dsp:sp>
    <dsp:sp modelId="{EB42566A-07E9-4675-AF68-53F6E3E19E9D}">
      <dsp:nvSpPr>
        <dsp:cNvPr id="0" name=""/>
        <dsp:cNvSpPr/>
      </dsp:nvSpPr>
      <dsp:spPr>
        <a:xfrm>
          <a:off x="0" y="4019883"/>
          <a:ext cx="7393941" cy="107140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1F264-B520-4A9D-92C3-DF3120C8DFCF}">
      <dsp:nvSpPr>
        <dsp:cNvPr id="0" name=""/>
        <dsp:cNvSpPr/>
      </dsp:nvSpPr>
      <dsp:spPr>
        <a:xfrm>
          <a:off x="324100" y="4260949"/>
          <a:ext cx="589272" cy="5892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205995-2D5B-470B-A853-3905E4744359}">
      <dsp:nvSpPr>
        <dsp:cNvPr id="0" name=""/>
        <dsp:cNvSpPr/>
      </dsp:nvSpPr>
      <dsp:spPr>
        <a:xfrm>
          <a:off x="1237473" y="4019883"/>
          <a:ext cx="6156467" cy="10714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390" tIns="113390" rIns="113390" bIns="11339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Ready to scale as a real-time discipline tracking tool.</a:t>
          </a:r>
        </a:p>
      </dsp:txBody>
      <dsp:txXfrm>
        <a:off x="1237473" y="4019883"/>
        <a:ext cx="6156467" cy="1071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198DD-1A16-8C8F-B5DB-2C43B0126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24F37-11E2-DDBE-9ED3-5032B5427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DD733-2131-F2A9-1E55-74570E77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160FB-920D-C9B5-08E3-FD998B7F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A69A-FE68-BCAA-89EC-87BD0D07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4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F101-F015-24AF-714D-64AFA157F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27B67-185B-D3E0-FF63-644B0399E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24E03-654D-6A89-A1D9-DD177164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658F7-25C6-C32C-1BE5-D515B6AF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39BE-C3C2-B2C8-E796-1757A802B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0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CD5A-28E7-C528-02D5-78970ECF7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722D9-8450-440E-8C95-59A96E5AB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4C3D3-34C0-4C79-CA81-A066B764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56A38-5F5C-234C-2F05-17A7E8794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7DD9-3A99-02D0-537C-4F9B071A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92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44B2D-14BB-D37A-40C0-3C6C659B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89C62-2C3D-73D7-DA10-26877DF4F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FD740-D389-2A2E-D717-177E362A11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5426-C1F2-F0F6-C92D-A0E8E41F5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8F51B-95F4-30EE-CE4A-5A56D7AC4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BD7AB-022B-BB4B-1780-1B4715590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0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DBB24-A229-F785-59BF-C8C8299FF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3DCD0-F057-220B-6BF7-3D5E2E735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FAA96F-C435-4AC7-B194-572BAEBB65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A9FE7E-B8ED-0FDF-A017-94B30AD0E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D68857-F642-1787-6202-277828A82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5B8E6-5428-4B42-CDC6-EF4CB710F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E25532-0748-4066-E447-1B14D93A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A8E976-553C-C1D5-A821-2FAA6003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6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0C43B-6E3E-B2EC-5548-BBC8AE1C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D9A308-0D2A-3D1F-912B-CC961652A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42246-035B-6AE4-A6CB-329FCECF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C0C22-02CE-57E5-DDAA-68C1BAF2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11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D527D1-62D6-525C-57D2-DE4F029C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5D262-3CC7-731C-B2F2-7E1650CD6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0113-BF0C-665C-76B6-D0A15575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25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F294-8A8D-15C3-7E96-3D4AD57A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0CD14-47AB-EE8E-440A-FE4C598EF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B4E19-3E91-A13A-51BB-26C1E91E0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45A21-99CD-B311-EA73-2D5B6ABA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0F726-87D8-392B-CDE2-E0F07509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2BBF-C3F7-1001-55F4-A73A21756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6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179E3-9DBA-EA49-A3CF-2568FB291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2D6CF-7302-6D26-E51E-F69683A00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658C25-047E-9E73-F2E0-604FAE1B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2EB219-A79F-DC26-F2F5-83D55635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C9067-B62F-E46B-D028-210BE807F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39DCD-30D0-5A69-2E0A-D80B17B0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67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E4F6E-D8E1-2AA9-D372-E102FAFF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4E3D6-678B-0817-1E25-AA1D981D3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C5DAC-D949-7FF2-60EA-97CF9789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F63EB-68B5-8BC6-01F7-AEA955FB4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89347-8600-A9F5-5368-5E62241F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D9C28E-00D4-1950-0ECE-EF59D3267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29A6A-D106-79B8-25B6-BD6291CE1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B3F07-1E78-F66D-3F18-EB5B1C87B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4F9EB-2343-FDC1-83AB-DF3AF0DB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82610-F938-D2D9-0814-44FFC4BB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5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7AA995-5695-EB81-CD5F-274F1DB68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AFB99B-9627-3458-B836-7243D4602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52157-D8BE-7461-DF38-D40A2510B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8D0A3-53E6-3F46-946F-DB4D49ABF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2F5A4-5D0C-327C-4819-895EF48C7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6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6119" y="0"/>
            <a:ext cx="3290814" cy="1990281"/>
          </a:xfrm>
        </p:spPr>
        <p:txBody>
          <a:bodyPr anchor="ctr">
            <a:normAutofit/>
          </a:bodyPr>
          <a:lstStyle/>
          <a:p>
            <a:r>
              <a:rPr lang="en-IN" sz="3500" dirty="0">
                <a:latin typeface="Algerian" panose="04020705040A02060702" pitchFamily="82" charset="0"/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19E2B4-A6F1-C227-ED5B-42D191A368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176751"/>
              </p:ext>
            </p:extLst>
          </p:nvPr>
        </p:nvGraphicFramePr>
        <p:xfrm>
          <a:off x="806936" y="1677049"/>
          <a:ext cx="7530128" cy="460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1304" y="548638"/>
            <a:ext cx="5581391" cy="1017515"/>
          </a:xfrm>
        </p:spPr>
        <p:txBody>
          <a:bodyPr anchor="ctr">
            <a:normAutofit fontScale="90000"/>
          </a:bodyPr>
          <a:lstStyle/>
          <a:p>
            <a:r>
              <a:rPr lang="en-IN" sz="3500" dirty="0">
                <a:latin typeface="Algerian" panose="04020705040A02060702" pitchFamily="82" charset="0"/>
              </a:rPr>
              <a:t>Tech Stack &amp; Tools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4371A6-C147-674C-562D-F4B66AD96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293034"/>
              </p:ext>
            </p:extLst>
          </p:nvPr>
        </p:nvGraphicFramePr>
        <p:xfrm>
          <a:off x="1306370" y="1861874"/>
          <a:ext cx="6641127" cy="3964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0024" y="597269"/>
            <a:ext cx="3703952" cy="482494"/>
          </a:xfrm>
        </p:spPr>
        <p:txBody>
          <a:bodyPr anchor="ctr">
            <a:normAutofit fontScale="90000"/>
          </a:bodyPr>
          <a:lstStyle/>
          <a:p>
            <a:r>
              <a:rPr lang="en-IN" sz="3500" dirty="0">
                <a:latin typeface="Algerian" panose="04020705040A02060702" pitchFamily="82" charset="0"/>
              </a:rPr>
              <a:t>Impact /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F77324-64B7-11D1-24F2-D7163ED0C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5877324"/>
              </p:ext>
            </p:extLst>
          </p:nvPr>
        </p:nvGraphicFramePr>
        <p:xfrm>
          <a:off x="1335553" y="1601165"/>
          <a:ext cx="6680038" cy="4529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814" y="260699"/>
            <a:ext cx="2760369" cy="949422"/>
          </a:xfrm>
        </p:spPr>
        <p:txBody>
          <a:bodyPr anchor="ctr">
            <a:normAutofit/>
          </a:bodyPr>
          <a:lstStyle/>
          <a:p>
            <a:r>
              <a:rPr lang="en-IN" sz="3500" dirty="0">
                <a:latin typeface="Algerian" panose="04020705040A02060702" pitchFamily="82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16F01D-3480-981F-F43E-8ABA8AA57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4324311"/>
              </p:ext>
            </p:extLst>
          </p:nvPr>
        </p:nvGraphicFramePr>
        <p:xfrm>
          <a:off x="875029" y="1210121"/>
          <a:ext cx="7393941" cy="5093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156</Words>
  <Application>Microsoft Office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Algerian</vt:lpstr>
      <vt:lpstr>Aptos</vt:lpstr>
      <vt:lpstr>Aptos Display</vt:lpstr>
      <vt:lpstr>Arial</vt:lpstr>
      <vt:lpstr>Office Theme</vt:lpstr>
      <vt:lpstr>Introduction</vt:lpstr>
      <vt:lpstr>Tech Stack &amp; Tools Used</vt:lpstr>
      <vt:lpstr>Impact /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</dc:creator>
  <cp:keywords/>
  <dc:description>generated using python-pptx</dc:description>
  <cp:lastModifiedBy>Yogeshwaran R</cp:lastModifiedBy>
  <cp:revision>2</cp:revision>
  <dcterms:created xsi:type="dcterms:W3CDTF">2013-01-27T09:14:16Z</dcterms:created>
  <dcterms:modified xsi:type="dcterms:W3CDTF">2025-07-04T14:45:46Z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504c6a-43f2-4dac-961d-e08c8e956cc4_Enabled">
    <vt:lpwstr>true</vt:lpwstr>
  </property>
  <property fmtid="{D5CDD505-2E9C-101B-9397-08002B2CF9AE}" pid="3" name="MSIP_Label_36504c6a-43f2-4dac-961d-e08c8e956cc4_SetDate">
    <vt:lpwstr>2025-07-04T14:45:20Z</vt:lpwstr>
  </property>
  <property fmtid="{D5CDD505-2E9C-101B-9397-08002B2CF9AE}" pid="4" name="MSIP_Label_36504c6a-43f2-4dac-961d-e08c8e956cc4_Method">
    <vt:lpwstr>Standard</vt:lpwstr>
  </property>
  <property fmtid="{D5CDD505-2E9C-101B-9397-08002B2CF9AE}" pid="5" name="MSIP_Label_36504c6a-43f2-4dac-961d-e08c8e956cc4_Name">
    <vt:lpwstr>label1</vt:lpwstr>
  </property>
  <property fmtid="{D5CDD505-2E9C-101B-9397-08002B2CF9AE}" pid="6" name="MSIP_Label_36504c6a-43f2-4dac-961d-e08c8e956cc4_SiteId">
    <vt:lpwstr>9a309f06-5569-4c0b-bb16-97f34ce1bb7f</vt:lpwstr>
  </property>
  <property fmtid="{D5CDD505-2E9C-101B-9397-08002B2CF9AE}" pid="7" name="MSIP_Label_36504c6a-43f2-4dac-961d-e08c8e956cc4_ActionId">
    <vt:lpwstr>2e628f65-00ff-4e2f-b4dc-ba23fb5471b0</vt:lpwstr>
  </property>
  <property fmtid="{D5CDD505-2E9C-101B-9397-08002B2CF9AE}" pid="8" name="MSIP_Label_36504c6a-43f2-4dac-961d-e08c8e956cc4_ContentBits">
    <vt:lpwstr>0</vt:lpwstr>
  </property>
  <property fmtid="{D5CDD505-2E9C-101B-9397-08002B2CF9AE}" pid="9" name="MSIP_Label_36504c6a-43f2-4dac-961d-e08c8e956cc4_Tag">
    <vt:lpwstr>10, 3, 0, 1</vt:lpwstr>
  </property>
</Properties>
</file>